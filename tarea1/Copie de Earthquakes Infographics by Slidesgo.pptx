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Fira Sans Extra Condensed"/>
      <p:regular r:id="rId16"/>
      <p:bold r:id="rId17"/>
      <p:italic r:id="rId18"/>
      <p:boldItalic r:id="rId19"/>
    </p:embeddedFont>
    <p:embeddedFont>
      <p:font typeface="Fira Sans Extra Condensed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SemiBold-regular.fntdata"/><Relationship Id="rId11" Type="http://schemas.openxmlformats.org/officeDocument/2006/relationships/slide" Target="slides/slide6.xml"/><Relationship Id="rId22" Type="http://schemas.openxmlformats.org/officeDocument/2006/relationships/font" Target="fonts/FiraSansExtraCondensedSemiBold-italic.fntdata"/><Relationship Id="rId10" Type="http://schemas.openxmlformats.org/officeDocument/2006/relationships/slide" Target="slides/slide5.xml"/><Relationship Id="rId21" Type="http://schemas.openxmlformats.org/officeDocument/2006/relationships/font" Target="fonts/FiraSansExtraCondensedSemiBold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FiraSansExtraCondensed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FiraSansExtraCondensed-bold.fntdata"/><Relationship Id="rId16" Type="http://schemas.openxmlformats.org/officeDocument/2006/relationships/font" Target="fonts/FiraSansExtraCondense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raSansExtraCondensed-boldItalic.fntdata"/><Relationship Id="rId6" Type="http://schemas.openxmlformats.org/officeDocument/2006/relationships/slide" Target="slides/slide1.xml"/><Relationship Id="rId18" Type="http://schemas.openxmlformats.org/officeDocument/2006/relationships/font" Target="fonts/FiraSansExtraCondense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dcb566e1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dcb566e1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b84dd38a5e1d210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1b84dd38a5e1d210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1b84dd38a5e1d210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1b84dd38a5e1d21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b84dd38a5e1d210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1b84dd38a5e1d210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1b84dd38a5e1d210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1b84dd38a5e1d210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b84dd38a5e1d210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1b84dd38a5e1d210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57188" y="946875"/>
            <a:ext cx="3610500" cy="18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5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" y="2793625"/>
            <a:ext cx="3739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457200" y="362525"/>
            <a:ext cx="6370200" cy="93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Terremotos </a:t>
            </a:r>
            <a:endParaRPr sz="3000"/>
          </a:p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457200" y="1227063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¿Podemos afirmar, a partir de estos datos, que últimamente está temblando más?</a:t>
            </a:r>
            <a:r>
              <a:rPr lang="en" sz="1500"/>
              <a:t>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 el set de data “</a:t>
            </a:r>
            <a:r>
              <a:rPr i="1" lang="en"/>
              <a:t>ANSS Comprehensive Earthquake Catalog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 la agencia científica </a:t>
            </a:r>
            <a:r>
              <a:rPr i="1" lang="en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United States Geological Survey</a:t>
            </a:r>
            <a:endParaRPr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Alexis Baud &amp; Clotilde Gand Watteau, USM 2026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3"/>
          <p:cNvSpPr/>
          <p:nvPr/>
        </p:nvSpPr>
        <p:spPr>
          <a:xfrm>
            <a:off x="5373050" y="5386200"/>
            <a:ext cx="9875" cy="10150"/>
          </a:xfrm>
          <a:custGeom>
            <a:rect b="b" l="l" r="r" t="t"/>
            <a:pathLst>
              <a:path extrusionOk="0" h="406" w="395">
                <a:moveTo>
                  <a:pt x="219" y="0"/>
                </a:moveTo>
                <a:lnTo>
                  <a:pt x="175" y="11"/>
                </a:lnTo>
                <a:lnTo>
                  <a:pt x="132" y="33"/>
                </a:lnTo>
                <a:lnTo>
                  <a:pt x="88" y="55"/>
                </a:lnTo>
                <a:lnTo>
                  <a:pt x="55" y="88"/>
                </a:lnTo>
                <a:lnTo>
                  <a:pt x="22" y="132"/>
                </a:lnTo>
                <a:lnTo>
                  <a:pt x="11" y="175"/>
                </a:lnTo>
                <a:lnTo>
                  <a:pt x="0" y="219"/>
                </a:lnTo>
                <a:lnTo>
                  <a:pt x="0" y="274"/>
                </a:lnTo>
                <a:lnTo>
                  <a:pt x="0" y="296"/>
                </a:lnTo>
                <a:lnTo>
                  <a:pt x="22" y="318"/>
                </a:lnTo>
                <a:lnTo>
                  <a:pt x="66" y="373"/>
                </a:lnTo>
                <a:lnTo>
                  <a:pt x="121" y="406"/>
                </a:lnTo>
                <a:lnTo>
                  <a:pt x="175" y="406"/>
                </a:lnTo>
                <a:lnTo>
                  <a:pt x="219" y="395"/>
                </a:lnTo>
                <a:lnTo>
                  <a:pt x="263" y="373"/>
                </a:lnTo>
                <a:lnTo>
                  <a:pt x="307" y="351"/>
                </a:lnTo>
                <a:lnTo>
                  <a:pt x="340" y="307"/>
                </a:lnTo>
                <a:lnTo>
                  <a:pt x="362" y="274"/>
                </a:lnTo>
                <a:lnTo>
                  <a:pt x="384" y="230"/>
                </a:lnTo>
                <a:lnTo>
                  <a:pt x="395" y="175"/>
                </a:lnTo>
                <a:lnTo>
                  <a:pt x="395" y="132"/>
                </a:lnTo>
                <a:lnTo>
                  <a:pt x="395" y="110"/>
                </a:lnTo>
                <a:lnTo>
                  <a:pt x="373" y="77"/>
                </a:lnTo>
                <a:lnTo>
                  <a:pt x="329" y="33"/>
                </a:lnTo>
                <a:lnTo>
                  <a:pt x="274" y="0"/>
                </a:lnTo>
                <a:close/>
              </a:path>
            </a:pathLst>
          </a:custGeom>
          <a:solidFill>
            <a:srgbClr val="4C2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5356050" y="5393050"/>
            <a:ext cx="7975" cy="8225"/>
          </a:xfrm>
          <a:custGeom>
            <a:rect b="b" l="l" r="r" t="t"/>
            <a:pathLst>
              <a:path extrusionOk="0" h="329" w="319">
                <a:moveTo>
                  <a:pt x="165" y="0"/>
                </a:moveTo>
                <a:lnTo>
                  <a:pt x="132" y="11"/>
                </a:lnTo>
                <a:lnTo>
                  <a:pt x="99" y="22"/>
                </a:lnTo>
                <a:lnTo>
                  <a:pt x="66" y="44"/>
                </a:lnTo>
                <a:lnTo>
                  <a:pt x="34" y="66"/>
                </a:lnTo>
                <a:lnTo>
                  <a:pt x="12" y="99"/>
                </a:lnTo>
                <a:lnTo>
                  <a:pt x="1" y="142"/>
                </a:lnTo>
                <a:lnTo>
                  <a:pt x="1" y="175"/>
                </a:lnTo>
                <a:lnTo>
                  <a:pt x="1" y="219"/>
                </a:lnTo>
                <a:lnTo>
                  <a:pt x="23" y="252"/>
                </a:lnTo>
                <a:lnTo>
                  <a:pt x="45" y="285"/>
                </a:lnTo>
                <a:lnTo>
                  <a:pt x="66" y="318"/>
                </a:lnTo>
                <a:lnTo>
                  <a:pt x="99" y="329"/>
                </a:lnTo>
                <a:lnTo>
                  <a:pt x="132" y="329"/>
                </a:lnTo>
                <a:lnTo>
                  <a:pt x="165" y="318"/>
                </a:lnTo>
                <a:lnTo>
                  <a:pt x="209" y="307"/>
                </a:lnTo>
                <a:lnTo>
                  <a:pt x="242" y="285"/>
                </a:lnTo>
                <a:lnTo>
                  <a:pt x="275" y="252"/>
                </a:lnTo>
                <a:lnTo>
                  <a:pt x="297" y="219"/>
                </a:lnTo>
                <a:lnTo>
                  <a:pt x="308" y="186"/>
                </a:lnTo>
                <a:lnTo>
                  <a:pt x="319" y="153"/>
                </a:lnTo>
                <a:lnTo>
                  <a:pt x="319" y="121"/>
                </a:lnTo>
                <a:lnTo>
                  <a:pt x="297" y="66"/>
                </a:lnTo>
                <a:lnTo>
                  <a:pt x="253" y="22"/>
                </a:lnTo>
                <a:lnTo>
                  <a:pt x="231" y="11"/>
                </a:lnTo>
                <a:lnTo>
                  <a:pt x="209" y="0"/>
                </a:lnTo>
                <a:close/>
              </a:path>
            </a:pathLst>
          </a:custGeom>
          <a:solidFill>
            <a:srgbClr val="4C2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3"/>
          <p:cNvSpPr/>
          <p:nvPr/>
        </p:nvSpPr>
        <p:spPr>
          <a:xfrm>
            <a:off x="5331950" y="5402075"/>
            <a:ext cx="7975" cy="8800"/>
          </a:xfrm>
          <a:custGeom>
            <a:rect b="b" l="l" r="r" t="t"/>
            <a:pathLst>
              <a:path extrusionOk="0" h="352" w="319">
                <a:moveTo>
                  <a:pt x="176" y="1"/>
                </a:moveTo>
                <a:lnTo>
                  <a:pt x="143" y="12"/>
                </a:lnTo>
                <a:lnTo>
                  <a:pt x="110" y="23"/>
                </a:lnTo>
                <a:lnTo>
                  <a:pt x="77" y="44"/>
                </a:lnTo>
                <a:lnTo>
                  <a:pt x="44" y="77"/>
                </a:lnTo>
                <a:lnTo>
                  <a:pt x="22" y="110"/>
                </a:lnTo>
                <a:lnTo>
                  <a:pt x="0" y="143"/>
                </a:lnTo>
                <a:lnTo>
                  <a:pt x="0" y="187"/>
                </a:lnTo>
                <a:lnTo>
                  <a:pt x="0" y="242"/>
                </a:lnTo>
                <a:lnTo>
                  <a:pt x="22" y="286"/>
                </a:lnTo>
                <a:lnTo>
                  <a:pt x="66" y="318"/>
                </a:lnTo>
                <a:lnTo>
                  <a:pt x="121" y="340"/>
                </a:lnTo>
                <a:lnTo>
                  <a:pt x="154" y="351"/>
                </a:lnTo>
                <a:lnTo>
                  <a:pt x="187" y="340"/>
                </a:lnTo>
                <a:lnTo>
                  <a:pt x="220" y="329"/>
                </a:lnTo>
                <a:lnTo>
                  <a:pt x="252" y="307"/>
                </a:lnTo>
                <a:lnTo>
                  <a:pt x="285" y="286"/>
                </a:lnTo>
                <a:lnTo>
                  <a:pt x="296" y="242"/>
                </a:lnTo>
                <a:lnTo>
                  <a:pt x="318" y="198"/>
                </a:lnTo>
                <a:lnTo>
                  <a:pt x="318" y="154"/>
                </a:lnTo>
                <a:lnTo>
                  <a:pt x="274" y="77"/>
                </a:lnTo>
                <a:lnTo>
                  <a:pt x="241" y="34"/>
                </a:lnTo>
                <a:lnTo>
                  <a:pt x="209" y="12"/>
                </a:lnTo>
                <a:lnTo>
                  <a:pt x="176" y="1"/>
                </a:lnTo>
                <a:close/>
              </a:path>
            </a:pathLst>
          </a:custGeom>
          <a:solidFill>
            <a:srgbClr val="4C2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13"/>
          <p:cNvGrpSpPr/>
          <p:nvPr/>
        </p:nvGrpSpPr>
        <p:grpSpPr>
          <a:xfrm>
            <a:off x="4" y="668723"/>
            <a:ext cx="11169253" cy="4837430"/>
            <a:chOff x="238125" y="1310500"/>
            <a:chExt cx="7143750" cy="3093975"/>
          </a:xfrm>
        </p:grpSpPr>
        <p:sp>
          <p:nvSpPr>
            <p:cNvPr id="48" name="Google Shape;48;p13"/>
            <p:cNvSpPr/>
            <p:nvPr/>
          </p:nvSpPr>
          <p:spPr>
            <a:xfrm>
              <a:off x="3468225" y="3753225"/>
              <a:ext cx="3256850" cy="651250"/>
            </a:xfrm>
            <a:custGeom>
              <a:rect b="b" l="l" r="r" t="t"/>
              <a:pathLst>
                <a:path extrusionOk="0" h="26050" w="130274">
                  <a:moveTo>
                    <a:pt x="0" y="1"/>
                  </a:moveTo>
                  <a:lnTo>
                    <a:pt x="0" y="26050"/>
                  </a:lnTo>
                  <a:lnTo>
                    <a:pt x="130274" y="26050"/>
                  </a:lnTo>
                  <a:lnTo>
                    <a:pt x="130274" y="1"/>
                  </a:lnTo>
                  <a:close/>
                </a:path>
              </a:pathLst>
            </a:custGeom>
            <a:solidFill>
              <a:srgbClr val="8B634B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13"/>
            <p:cNvSpPr/>
            <p:nvPr/>
          </p:nvSpPr>
          <p:spPr>
            <a:xfrm>
              <a:off x="4921750" y="3753225"/>
              <a:ext cx="1386250" cy="651250"/>
            </a:xfrm>
            <a:custGeom>
              <a:rect b="b" l="l" r="r" t="t"/>
              <a:pathLst>
                <a:path extrusionOk="0" h="26050" w="55450">
                  <a:moveTo>
                    <a:pt x="0" y="1"/>
                  </a:moveTo>
                  <a:lnTo>
                    <a:pt x="0" y="26050"/>
                  </a:lnTo>
                  <a:lnTo>
                    <a:pt x="55450" y="26050"/>
                  </a:lnTo>
                  <a:lnTo>
                    <a:pt x="554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3"/>
            <p:cNvSpPr/>
            <p:nvPr/>
          </p:nvSpPr>
          <p:spPr>
            <a:xfrm>
              <a:off x="5051400" y="3818050"/>
              <a:ext cx="685350" cy="586425"/>
            </a:xfrm>
            <a:custGeom>
              <a:rect b="b" l="l" r="r" t="t"/>
              <a:pathLst>
                <a:path extrusionOk="0" h="23457" w="27414">
                  <a:moveTo>
                    <a:pt x="1" y="1"/>
                  </a:moveTo>
                  <a:lnTo>
                    <a:pt x="1" y="23457"/>
                  </a:lnTo>
                  <a:lnTo>
                    <a:pt x="27414" y="23457"/>
                  </a:lnTo>
                  <a:lnTo>
                    <a:pt x="27414" y="1"/>
                  </a:lnTo>
                  <a:close/>
                </a:path>
              </a:pathLst>
            </a:custGeom>
            <a:solidFill>
              <a:srgbClr val="BE947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3"/>
            <p:cNvSpPr/>
            <p:nvPr/>
          </p:nvSpPr>
          <p:spPr>
            <a:xfrm>
              <a:off x="4977450" y="3910525"/>
              <a:ext cx="1142300" cy="493950"/>
            </a:xfrm>
            <a:custGeom>
              <a:rect b="b" l="l" r="r" t="t"/>
              <a:pathLst>
                <a:path extrusionOk="0" h="19758" w="45692">
                  <a:moveTo>
                    <a:pt x="0" y="0"/>
                  </a:moveTo>
                  <a:lnTo>
                    <a:pt x="0" y="19758"/>
                  </a:lnTo>
                  <a:lnTo>
                    <a:pt x="45691" y="19758"/>
                  </a:lnTo>
                  <a:lnTo>
                    <a:pt x="456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3"/>
            <p:cNvSpPr/>
            <p:nvPr/>
          </p:nvSpPr>
          <p:spPr>
            <a:xfrm>
              <a:off x="5369575" y="4129750"/>
              <a:ext cx="788725" cy="274725"/>
            </a:xfrm>
            <a:custGeom>
              <a:rect b="b" l="l" r="r" t="t"/>
              <a:pathLst>
                <a:path extrusionOk="0" h="10989" w="31549">
                  <a:moveTo>
                    <a:pt x="0" y="1"/>
                  </a:moveTo>
                  <a:lnTo>
                    <a:pt x="0" y="10989"/>
                  </a:lnTo>
                  <a:lnTo>
                    <a:pt x="31548" y="10989"/>
                  </a:lnTo>
                  <a:lnTo>
                    <a:pt x="29882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B634B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6008550" y="4299525"/>
              <a:ext cx="299450" cy="104950"/>
            </a:xfrm>
            <a:custGeom>
              <a:rect b="b" l="l" r="r" t="t"/>
              <a:pathLst>
                <a:path extrusionOk="0" h="4198" w="11978">
                  <a:moveTo>
                    <a:pt x="0" y="1"/>
                  </a:moveTo>
                  <a:lnTo>
                    <a:pt x="0" y="4198"/>
                  </a:lnTo>
                  <a:lnTo>
                    <a:pt x="11978" y="419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4921750" y="3753225"/>
              <a:ext cx="2460125" cy="651250"/>
            </a:xfrm>
            <a:custGeom>
              <a:rect b="b" l="l" r="r" t="t"/>
              <a:pathLst>
                <a:path extrusionOk="0" h="26050" w="98405">
                  <a:moveTo>
                    <a:pt x="0" y="1"/>
                  </a:moveTo>
                  <a:lnTo>
                    <a:pt x="7415" y="1230"/>
                  </a:lnTo>
                  <a:lnTo>
                    <a:pt x="5187" y="2594"/>
                  </a:lnTo>
                  <a:lnTo>
                    <a:pt x="11862" y="2710"/>
                  </a:lnTo>
                  <a:lnTo>
                    <a:pt x="2228" y="6292"/>
                  </a:lnTo>
                  <a:lnTo>
                    <a:pt x="22235" y="9385"/>
                  </a:lnTo>
                  <a:lnTo>
                    <a:pt x="17913" y="15062"/>
                  </a:lnTo>
                  <a:lnTo>
                    <a:pt x="47795" y="16541"/>
                  </a:lnTo>
                  <a:lnTo>
                    <a:pt x="43472" y="21853"/>
                  </a:lnTo>
                  <a:lnTo>
                    <a:pt x="55450" y="26050"/>
                  </a:lnTo>
                  <a:lnTo>
                    <a:pt x="98405" y="26050"/>
                  </a:lnTo>
                  <a:lnTo>
                    <a:pt x="984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4309500" y="3802475"/>
              <a:ext cx="608025" cy="602000"/>
            </a:xfrm>
            <a:custGeom>
              <a:rect b="b" l="l" r="r" t="t"/>
              <a:pathLst>
                <a:path extrusionOk="0" h="24080" w="24321">
                  <a:moveTo>
                    <a:pt x="0" y="0"/>
                  </a:moveTo>
                  <a:lnTo>
                    <a:pt x="0" y="24080"/>
                  </a:lnTo>
                  <a:lnTo>
                    <a:pt x="24321" y="24080"/>
                  </a:lnTo>
                  <a:lnTo>
                    <a:pt x="24321" y="0"/>
                  </a:lnTo>
                  <a:close/>
                </a:path>
              </a:pathLst>
            </a:custGeom>
            <a:solidFill>
              <a:srgbClr val="BE947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4349600" y="3892025"/>
              <a:ext cx="384350" cy="512450"/>
            </a:xfrm>
            <a:custGeom>
              <a:rect b="b" l="l" r="r" t="t"/>
              <a:pathLst>
                <a:path extrusionOk="0" h="20498" w="15374">
                  <a:moveTo>
                    <a:pt x="1" y="1"/>
                  </a:moveTo>
                  <a:lnTo>
                    <a:pt x="1" y="20498"/>
                  </a:lnTo>
                  <a:lnTo>
                    <a:pt x="15374" y="20498"/>
                  </a:lnTo>
                  <a:lnTo>
                    <a:pt x="15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500875" y="4274800"/>
              <a:ext cx="864250" cy="129675"/>
            </a:xfrm>
            <a:custGeom>
              <a:rect b="b" l="l" r="r" t="t"/>
              <a:pathLst>
                <a:path extrusionOk="0" h="5187" w="34570">
                  <a:moveTo>
                    <a:pt x="1" y="0"/>
                  </a:moveTo>
                  <a:lnTo>
                    <a:pt x="1" y="5187"/>
                  </a:lnTo>
                  <a:lnTo>
                    <a:pt x="34570" y="5187"/>
                  </a:lnTo>
                  <a:lnTo>
                    <a:pt x="34570" y="4153"/>
                  </a:lnTo>
                  <a:lnTo>
                    <a:pt x="34570" y="0"/>
                  </a:lnTo>
                  <a:close/>
                </a:path>
              </a:pathLst>
            </a:custGeom>
            <a:solidFill>
              <a:srgbClr val="BE947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4540975" y="4078725"/>
              <a:ext cx="429150" cy="325750"/>
            </a:xfrm>
            <a:custGeom>
              <a:rect b="b" l="l" r="r" t="t"/>
              <a:pathLst>
                <a:path extrusionOk="0" h="13030" w="17166">
                  <a:moveTo>
                    <a:pt x="1" y="1"/>
                  </a:moveTo>
                  <a:lnTo>
                    <a:pt x="1" y="13030"/>
                  </a:lnTo>
                  <a:lnTo>
                    <a:pt x="17165" y="13030"/>
                  </a:lnTo>
                  <a:lnTo>
                    <a:pt x="17165" y="1"/>
                  </a:lnTo>
                  <a:close/>
                </a:path>
              </a:pathLst>
            </a:custGeom>
            <a:solidFill>
              <a:srgbClr val="8B634B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38125" y="3753225"/>
              <a:ext cx="5318400" cy="651250"/>
            </a:xfrm>
            <a:custGeom>
              <a:rect b="b" l="l" r="r" t="t"/>
              <a:pathLst>
                <a:path extrusionOk="0" h="26050" w="212736">
                  <a:moveTo>
                    <a:pt x="0" y="1"/>
                  </a:moveTo>
                  <a:lnTo>
                    <a:pt x="0" y="26050"/>
                  </a:lnTo>
                  <a:lnTo>
                    <a:pt x="212735" y="26050"/>
                  </a:lnTo>
                  <a:lnTo>
                    <a:pt x="199153" y="22842"/>
                  </a:lnTo>
                  <a:lnTo>
                    <a:pt x="205080" y="20863"/>
                  </a:lnTo>
                  <a:lnTo>
                    <a:pt x="179833" y="17290"/>
                  </a:lnTo>
                  <a:lnTo>
                    <a:pt x="189279" y="13021"/>
                  </a:lnTo>
                  <a:lnTo>
                    <a:pt x="174093" y="6542"/>
                  </a:lnTo>
                  <a:lnTo>
                    <a:pt x="179833" y="5553"/>
                  </a:lnTo>
                  <a:lnTo>
                    <a:pt x="175198" y="4073"/>
                  </a:lnTo>
                  <a:lnTo>
                    <a:pt x="187176" y="1970"/>
                  </a:lnTo>
                  <a:lnTo>
                    <a:pt x="1831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697925" y="1310500"/>
              <a:ext cx="1011075" cy="604025"/>
            </a:xfrm>
            <a:custGeom>
              <a:rect b="b" l="l" r="r" t="t"/>
              <a:pathLst>
                <a:path extrusionOk="0" h="24161" w="40443">
                  <a:moveTo>
                    <a:pt x="19196" y="0"/>
                  </a:moveTo>
                  <a:lnTo>
                    <a:pt x="18831" y="9"/>
                  </a:lnTo>
                  <a:lnTo>
                    <a:pt x="18475" y="36"/>
                  </a:lnTo>
                  <a:lnTo>
                    <a:pt x="18127" y="71"/>
                  </a:lnTo>
                  <a:lnTo>
                    <a:pt x="17771" y="125"/>
                  </a:lnTo>
                  <a:lnTo>
                    <a:pt x="17432" y="187"/>
                  </a:lnTo>
                  <a:lnTo>
                    <a:pt x="17093" y="276"/>
                  </a:lnTo>
                  <a:lnTo>
                    <a:pt x="16755" y="365"/>
                  </a:lnTo>
                  <a:lnTo>
                    <a:pt x="16434" y="481"/>
                  </a:lnTo>
                  <a:lnTo>
                    <a:pt x="16113" y="597"/>
                  </a:lnTo>
                  <a:lnTo>
                    <a:pt x="15792" y="740"/>
                  </a:lnTo>
                  <a:lnTo>
                    <a:pt x="15489" y="882"/>
                  </a:lnTo>
                  <a:lnTo>
                    <a:pt x="15186" y="1043"/>
                  </a:lnTo>
                  <a:lnTo>
                    <a:pt x="14892" y="1221"/>
                  </a:lnTo>
                  <a:lnTo>
                    <a:pt x="14607" y="1399"/>
                  </a:lnTo>
                  <a:lnTo>
                    <a:pt x="14331" y="1595"/>
                  </a:lnTo>
                  <a:lnTo>
                    <a:pt x="14063" y="1800"/>
                  </a:lnTo>
                  <a:lnTo>
                    <a:pt x="13805" y="2023"/>
                  </a:lnTo>
                  <a:lnTo>
                    <a:pt x="13555" y="2246"/>
                  </a:lnTo>
                  <a:lnTo>
                    <a:pt x="13315" y="2486"/>
                  </a:lnTo>
                  <a:lnTo>
                    <a:pt x="13083" y="2727"/>
                  </a:lnTo>
                  <a:lnTo>
                    <a:pt x="12869" y="2985"/>
                  </a:lnTo>
                  <a:lnTo>
                    <a:pt x="12655" y="3253"/>
                  </a:lnTo>
                  <a:lnTo>
                    <a:pt x="12459" y="3529"/>
                  </a:lnTo>
                  <a:lnTo>
                    <a:pt x="12272" y="3805"/>
                  </a:lnTo>
                  <a:lnTo>
                    <a:pt x="12094" y="4099"/>
                  </a:lnTo>
                  <a:lnTo>
                    <a:pt x="11933" y="4394"/>
                  </a:lnTo>
                  <a:lnTo>
                    <a:pt x="11773" y="4697"/>
                  </a:lnTo>
                  <a:lnTo>
                    <a:pt x="11639" y="5008"/>
                  </a:lnTo>
                  <a:lnTo>
                    <a:pt x="11514" y="5329"/>
                  </a:lnTo>
                  <a:lnTo>
                    <a:pt x="11399" y="5659"/>
                  </a:lnTo>
                  <a:lnTo>
                    <a:pt x="11292" y="5989"/>
                  </a:lnTo>
                  <a:lnTo>
                    <a:pt x="11211" y="6327"/>
                  </a:lnTo>
                  <a:lnTo>
                    <a:pt x="10998" y="6194"/>
                  </a:lnTo>
                  <a:lnTo>
                    <a:pt x="10775" y="6078"/>
                  </a:lnTo>
                  <a:lnTo>
                    <a:pt x="10552" y="5962"/>
                  </a:lnTo>
                  <a:lnTo>
                    <a:pt x="10329" y="5855"/>
                  </a:lnTo>
                  <a:lnTo>
                    <a:pt x="10097" y="5757"/>
                  </a:lnTo>
                  <a:lnTo>
                    <a:pt x="9866" y="5659"/>
                  </a:lnTo>
                  <a:lnTo>
                    <a:pt x="9625" y="5579"/>
                  </a:lnTo>
                  <a:lnTo>
                    <a:pt x="9385" y="5508"/>
                  </a:lnTo>
                  <a:lnTo>
                    <a:pt x="9135" y="5436"/>
                  </a:lnTo>
                  <a:lnTo>
                    <a:pt x="8885" y="5374"/>
                  </a:lnTo>
                  <a:lnTo>
                    <a:pt x="8636" y="5329"/>
                  </a:lnTo>
                  <a:lnTo>
                    <a:pt x="8377" y="5285"/>
                  </a:lnTo>
                  <a:lnTo>
                    <a:pt x="8119" y="5249"/>
                  </a:lnTo>
                  <a:lnTo>
                    <a:pt x="7861" y="5231"/>
                  </a:lnTo>
                  <a:lnTo>
                    <a:pt x="7593" y="5213"/>
                  </a:lnTo>
                  <a:lnTo>
                    <a:pt x="7326" y="5213"/>
                  </a:lnTo>
                  <a:lnTo>
                    <a:pt x="6952" y="5222"/>
                  </a:lnTo>
                  <a:lnTo>
                    <a:pt x="6577" y="5249"/>
                  </a:lnTo>
                  <a:lnTo>
                    <a:pt x="6212" y="5294"/>
                  </a:lnTo>
                  <a:lnTo>
                    <a:pt x="5847" y="5356"/>
                  </a:lnTo>
                  <a:lnTo>
                    <a:pt x="5490" y="5445"/>
                  </a:lnTo>
                  <a:lnTo>
                    <a:pt x="5142" y="5543"/>
                  </a:lnTo>
                  <a:lnTo>
                    <a:pt x="4804" y="5659"/>
                  </a:lnTo>
                  <a:lnTo>
                    <a:pt x="4474" y="5784"/>
                  </a:lnTo>
                  <a:lnTo>
                    <a:pt x="4144" y="5935"/>
                  </a:lnTo>
                  <a:lnTo>
                    <a:pt x="3832" y="6096"/>
                  </a:lnTo>
                  <a:lnTo>
                    <a:pt x="3529" y="6274"/>
                  </a:lnTo>
                  <a:lnTo>
                    <a:pt x="3226" y="6461"/>
                  </a:lnTo>
                  <a:lnTo>
                    <a:pt x="2941" y="6666"/>
                  </a:lnTo>
                  <a:lnTo>
                    <a:pt x="2665" y="6889"/>
                  </a:lnTo>
                  <a:lnTo>
                    <a:pt x="2398" y="7112"/>
                  </a:lnTo>
                  <a:lnTo>
                    <a:pt x="2148" y="7361"/>
                  </a:lnTo>
                  <a:lnTo>
                    <a:pt x="1899" y="7611"/>
                  </a:lnTo>
                  <a:lnTo>
                    <a:pt x="1667" y="7878"/>
                  </a:lnTo>
                  <a:lnTo>
                    <a:pt x="1453" y="8154"/>
                  </a:lnTo>
                  <a:lnTo>
                    <a:pt x="1248" y="8440"/>
                  </a:lnTo>
                  <a:lnTo>
                    <a:pt x="1061" y="8743"/>
                  </a:lnTo>
                  <a:lnTo>
                    <a:pt x="883" y="9046"/>
                  </a:lnTo>
                  <a:lnTo>
                    <a:pt x="722" y="9366"/>
                  </a:lnTo>
                  <a:lnTo>
                    <a:pt x="571" y="9687"/>
                  </a:lnTo>
                  <a:lnTo>
                    <a:pt x="446" y="10017"/>
                  </a:lnTo>
                  <a:lnTo>
                    <a:pt x="330" y="10364"/>
                  </a:lnTo>
                  <a:lnTo>
                    <a:pt x="232" y="10712"/>
                  </a:lnTo>
                  <a:lnTo>
                    <a:pt x="143" y="11060"/>
                  </a:lnTo>
                  <a:lnTo>
                    <a:pt x="81" y="11425"/>
                  </a:lnTo>
                  <a:lnTo>
                    <a:pt x="36" y="11790"/>
                  </a:lnTo>
                  <a:lnTo>
                    <a:pt x="9" y="12165"/>
                  </a:lnTo>
                  <a:lnTo>
                    <a:pt x="0" y="12539"/>
                  </a:lnTo>
                  <a:lnTo>
                    <a:pt x="9" y="12913"/>
                  </a:lnTo>
                  <a:lnTo>
                    <a:pt x="36" y="13288"/>
                  </a:lnTo>
                  <a:lnTo>
                    <a:pt x="81" y="13653"/>
                  </a:lnTo>
                  <a:lnTo>
                    <a:pt x="143" y="14018"/>
                  </a:lnTo>
                  <a:lnTo>
                    <a:pt x="232" y="14375"/>
                  </a:lnTo>
                  <a:lnTo>
                    <a:pt x="330" y="14722"/>
                  </a:lnTo>
                  <a:lnTo>
                    <a:pt x="446" y="15061"/>
                  </a:lnTo>
                  <a:lnTo>
                    <a:pt x="571" y="15391"/>
                  </a:lnTo>
                  <a:lnTo>
                    <a:pt x="722" y="15721"/>
                  </a:lnTo>
                  <a:lnTo>
                    <a:pt x="883" y="16032"/>
                  </a:lnTo>
                  <a:lnTo>
                    <a:pt x="1061" y="16335"/>
                  </a:lnTo>
                  <a:lnTo>
                    <a:pt x="1248" y="16638"/>
                  </a:lnTo>
                  <a:lnTo>
                    <a:pt x="1453" y="16924"/>
                  </a:lnTo>
                  <a:lnTo>
                    <a:pt x="1667" y="17200"/>
                  </a:lnTo>
                  <a:lnTo>
                    <a:pt x="1899" y="17467"/>
                  </a:lnTo>
                  <a:lnTo>
                    <a:pt x="2148" y="17726"/>
                  </a:lnTo>
                  <a:lnTo>
                    <a:pt x="2398" y="17966"/>
                  </a:lnTo>
                  <a:lnTo>
                    <a:pt x="2665" y="18198"/>
                  </a:lnTo>
                  <a:lnTo>
                    <a:pt x="2941" y="18412"/>
                  </a:lnTo>
                  <a:lnTo>
                    <a:pt x="3226" y="18617"/>
                  </a:lnTo>
                  <a:lnTo>
                    <a:pt x="3529" y="18804"/>
                  </a:lnTo>
                  <a:lnTo>
                    <a:pt x="3832" y="18982"/>
                  </a:lnTo>
                  <a:lnTo>
                    <a:pt x="4144" y="19143"/>
                  </a:lnTo>
                  <a:lnTo>
                    <a:pt x="4474" y="19294"/>
                  </a:lnTo>
                  <a:lnTo>
                    <a:pt x="4804" y="19419"/>
                  </a:lnTo>
                  <a:lnTo>
                    <a:pt x="5142" y="19535"/>
                  </a:lnTo>
                  <a:lnTo>
                    <a:pt x="5490" y="19642"/>
                  </a:lnTo>
                  <a:lnTo>
                    <a:pt x="5847" y="19722"/>
                  </a:lnTo>
                  <a:lnTo>
                    <a:pt x="6212" y="19784"/>
                  </a:lnTo>
                  <a:lnTo>
                    <a:pt x="6577" y="19829"/>
                  </a:lnTo>
                  <a:lnTo>
                    <a:pt x="6952" y="19856"/>
                  </a:lnTo>
                  <a:lnTo>
                    <a:pt x="7326" y="19865"/>
                  </a:lnTo>
                  <a:lnTo>
                    <a:pt x="7665" y="19865"/>
                  </a:lnTo>
                  <a:lnTo>
                    <a:pt x="7994" y="19838"/>
                  </a:lnTo>
                  <a:lnTo>
                    <a:pt x="8324" y="19802"/>
                  </a:lnTo>
                  <a:lnTo>
                    <a:pt x="8654" y="19749"/>
                  </a:lnTo>
                  <a:lnTo>
                    <a:pt x="8975" y="19677"/>
                  </a:lnTo>
                  <a:lnTo>
                    <a:pt x="9287" y="19597"/>
                  </a:lnTo>
                  <a:lnTo>
                    <a:pt x="9598" y="19508"/>
                  </a:lnTo>
                  <a:lnTo>
                    <a:pt x="9901" y="19401"/>
                  </a:lnTo>
                  <a:lnTo>
                    <a:pt x="10026" y="19660"/>
                  </a:lnTo>
                  <a:lnTo>
                    <a:pt x="10169" y="19918"/>
                  </a:lnTo>
                  <a:lnTo>
                    <a:pt x="10311" y="20168"/>
                  </a:lnTo>
                  <a:lnTo>
                    <a:pt x="10463" y="20417"/>
                  </a:lnTo>
                  <a:lnTo>
                    <a:pt x="10623" y="20649"/>
                  </a:lnTo>
                  <a:lnTo>
                    <a:pt x="10793" y="20880"/>
                  </a:lnTo>
                  <a:lnTo>
                    <a:pt x="10971" y="21112"/>
                  </a:lnTo>
                  <a:lnTo>
                    <a:pt x="11149" y="21335"/>
                  </a:lnTo>
                  <a:lnTo>
                    <a:pt x="11345" y="21549"/>
                  </a:lnTo>
                  <a:lnTo>
                    <a:pt x="11541" y="21754"/>
                  </a:lnTo>
                  <a:lnTo>
                    <a:pt x="11746" y="21950"/>
                  </a:lnTo>
                  <a:lnTo>
                    <a:pt x="11960" y="22146"/>
                  </a:lnTo>
                  <a:lnTo>
                    <a:pt x="12183" y="22324"/>
                  </a:lnTo>
                  <a:lnTo>
                    <a:pt x="12406" y="22502"/>
                  </a:lnTo>
                  <a:lnTo>
                    <a:pt x="12637" y="22672"/>
                  </a:lnTo>
                  <a:lnTo>
                    <a:pt x="12878" y="22832"/>
                  </a:lnTo>
                  <a:lnTo>
                    <a:pt x="13119" y="22993"/>
                  </a:lnTo>
                  <a:lnTo>
                    <a:pt x="13368" y="23135"/>
                  </a:lnTo>
                  <a:lnTo>
                    <a:pt x="13627" y="23269"/>
                  </a:lnTo>
                  <a:lnTo>
                    <a:pt x="13885" y="23394"/>
                  </a:lnTo>
                  <a:lnTo>
                    <a:pt x="14152" y="23518"/>
                  </a:lnTo>
                  <a:lnTo>
                    <a:pt x="14420" y="23625"/>
                  </a:lnTo>
                  <a:lnTo>
                    <a:pt x="14696" y="23723"/>
                  </a:lnTo>
                  <a:lnTo>
                    <a:pt x="14981" y="23812"/>
                  </a:lnTo>
                  <a:lnTo>
                    <a:pt x="15266" y="23893"/>
                  </a:lnTo>
                  <a:lnTo>
                    <a:pt x="15552" y="23964"/>
                  </a:lnTo>
                  <a:lnTo>
                    <a:pt x="15846" y="24026"/>
                  </a:lnTo>
                  <a:lnTo>
                    <a:pt x="16140" y="24071"/>
                  </a:lnTo>
                  <a:lnTo>
                    <a:pt x="16434" y="24115"/>
                  </a:lnTo>
                  <a:lnTo>
                    <a:pt x="16737" y="24142"/>
                  </a:lnTo>
                  <a:lnTo>
                    <a:pt x="17040" y="24160"/>
                  </a:lnTo>
                  <a:lnTo>
                    <a:pt x="17628" y="24160"/>
                  </a:lnTo>
                  <a:lnTo>
                    <a:pt x="17913" y="24142"/>
                  </a:lnTo>
                  <a:lnTo>
                    <a:pt x="18189" y="24124"/>
                  </a:lnTo>
                  <a:lnTo>
                    <a:pt x="18457" y="24089"/>
                  </a:lnTo>
                  <a:lnTo>
                    <a:pt x="18724" y="24044"/>
                  </a:lnTo>
                  <a:lnTo>
                    <a:pt x="18992" y="24000"/>
                  </a:lnTo>
                  <a:lnTo>
                    <a:pt x="19259" y="23937"/>
                  </a:lnTo>
                  <a:lnTo>
                    <a:pt x="19517" y="23875"/>
                  </a:lnTo>
                  <a:lnTo>
                    <a:pt x="19776" y="23795"/>
                  </a:lnTo>
                  <a:lnTo>
                    <a:pt x="20034" y="23714"/>
                  </a:lnTo>
                  <a:lnTo>
                    <a:pt x="20284" y="23625"/>
                  </a:lnTo>
                  <a:lnTo>
                    <a:pt x="20524" y="23527"/>
                  </a:lnTo>
                  <a:lnTo>
                    <a:pt x="20765" y="23420"/>
                  </a:lnTo>
                  <a:lnTo>
                    <a:pt x="21006" y="23305"/>
                  </a:lnTo>
                  <a:lnTo>
                    <a:pt x="21237" y="23189"/>
                  </a:lnTo>
                  <a:lnTo>
                    <a:pt x="21469" y="23055"/>
                  </a:lnTo>
                  <a:lnTo>
                    <a:pt x="21692" y="22921"/>
                  </a:lnTo>
                  <a:lnTo>
                    <a:pt x="21915" y="22779"/>
                  </a:lnTo>
                  <a:lnTo>
                    <a:pt x="22128" y="22627"/>
                  </a:lnTo>
                  <a:lnTo>
                    <a:pt x="22342" y="22476"/>
                  </a:lnTo>
                  <a:lnTo>
                    <a:pt x="22538" y="22315"/>
                  </a:lnTo>
                  <a:lnTo>
                    <a:pt x="22743" y="22146"/>
                  </a:lnTo>
                  <a:lnTo>
                    <a:pt x="22939" y="21968"/>
                  </a:lnTo>
                  <a:lnTo>
                    <a:pt x="23127" y="21790"/>
                  </a:lnTo>
                  <a:lnTo>
                    <a:pt x="23305" y="21602"/>
                  </a:lnTo>
                  <a:lnTo>
                    <a:pt x="23483" y="21406"/>
                  </a:lnTo>
                  <a:lnTo>
                    <a:pt x="23652" y="21210"/>
                  </a:lnTo>
                  <a:lnTo>
                    <a:pt x="23813" y="21014"/>
                  </a:lnTo>
                  <a:lnTo>
                    <a:pt x="23973" y="20800"/>
                  </a:lnTo>
                  <a:lnTo>
                    <a:pt x="24125" y="20586"/>
                  </a:lnTo>
                  <a:lnTo>
                    <a:pt x="24267" y="20373"/>
                  </a:lnTo>
                  <a:lnTo>
                    <a:pt x="24410" y="20150"/>
                  </a:lnTo>
                  <a:lnTo>
                    <a:pt x="24508" y="20319"/>
                  </a:lnTo>
                  <a:lnTo>
                    <a:pt x="24624" y="20488"/>
                  </a:lnTo>
                  <a:lnTo>
                    <a:pt x="24749" y="20640"/>
                  </a:lnTo>
                  <a:lnTo>
                    <a:pt x="24882" y="20791"/>
                  </a:lnTo>
                  <a:lnTo>
                    <a:pt x="25025" y="20925"/>
                  </a:lnTo>
                  <a:lnTo>
                    <a:pt x="25185" y="21059"/>
                  </a:lnTo>
                  <a:lnTo>
                    <a:pt x="25346" y="21175"/>
                  </a:lnTo>
                  <a:lnTo>
                    <a:pt x="25515" y="21290"/>
                  </a:lnTo>
                  <a:lnTo>
                    <a:pt x="25684" y="21388"/>
                  </a:lnTo>
                  <a:lnTo>
                    <a:pt x="25871" y="21469"/>
                  </a:lnTo>
                  <a:lnTo>
                    <a:pt x="26059" y="21549"/>
                  </a:lnTo>
                  <a:lnTo>
                    <a:pt x="26255" y="21611"/>
                  </a:lnTo>
                  <a:lnTo>
                    <a:pt x="26451" y="21656"/>
                  </a:lnTo>
                  <a:lnTo>
                    <a:pt x="26665" y="21691"/>
                  </a:lnTo>
                  <a:lnTo>
                    <a:pt x="26870" y="21718"/>
                  </a:lnTo>
                  <a:lnTo>
                    <a:pt x="27083" y="21727"/>
                  </a:lnTo>
                  <a:lnTo>
                    <a:pt x="27226" y="21718"/>
                  </a:lnTo>
                  <a:lnTo>
                    <a:pt x="27360" y="21709"/>
                  </a:lnTo>
                  <a:lnTo>
                    <a:pt x="27502" y="21700"/>
                  </a:lnTo>
                  <a:lnTo>
                    <a:pt x="27636" y="21674"/>
                  </a:lnTo>
                  <a:lnTo>
                    <a:pt x="27770" y="21647"/>
                  </a:lnTo>
                  <a:lnTo>
                    <a:pt x="27894" y="21611"/>
                  </a:lnTo>
                  <a:lnTo>
                    <a:pt x="28028" y="21576"/>
                  </a:lnTo>
                  <a:lnTo>
                    <a:pt x="28153" y="21531"/>
                  </a:lnTo>
                  <a:lnTo>
                    <a:pt x="28278" y="21486"/>
                  </a:lnTo>
                  <a:lnTo>
                    <a:pt x="28394" y="21433"/>
                  </a:lnTo>
                  <a:lnTo>
                    <a:pt x="28509" y="21371"/>
                  </a:lnTo>
                  <a:lnTo>
                    <a:pt x="28625" y="21308"/>
                  </a:lnTo>
                  <a:lnTo>
                    <a:pt x="28741" y="21237"/>
                  </a:lnTo>
                  <a:lnTo>
                    <a:pt x="28848" y="21166"/>
                  </a:lnTo>
                  <a:lnTo>
                    <a:pt x="28955" y="21085"/>
                  </a:lnTo>
                  <a:lnTo>
                    <a:pt x="29053" y="21005"/>
                  </a:lnTo>
                  <a:lnTo>
                    <a:pt x="29151" y="20916"/>
                  </a:lnTo>
                  <a:lnTo>
                    <a:pt x="29249" y="20827"/>
                  </a:lnTo>
                  <a:lnTo>
                    <a:pt x="29338" y="20738"/>
                  </a:lnTo>
                  <a:lnTo>
                    <a:pt x="29427" y="20640"/>
                  </a:lnTo>
                  <a:lnTo>
                    <a:pt x="29508" y="20533"/>
                  </a:lnTo>
                  <a:lnTo>
                    <a:pt x="29579" y="20426"/>
                  </a:lnTo>
                  <a:lnTo>
                    <a:pt x="29659" y="20319"/>
                  </a:lnTo>
                  <a:lnTo>
                    <a:pt x="29721" y="20212"/>
                  </a:lnTo>
                  <a:lnTo>
                    <a:pt x="29793" y="20096"/>
                  </a:lnTo>
                  <a:lnTo>
                    <a:pt x="29846" y="19980"/>
                  </a:lnTo>
                  <a:lnTo>
                    <a:pt x="29900" y="19856"/>
                  </a:lnTo>
                  <a:lnTo>
                    <a:pt x="29953" y="19731"/>
                  </a:lnTo>
                  <a:lnTo>
                    <a:pt x="29998" y="19606"/>
                  </a:lnTo>
                  <a:lnTo>
                    <a:pt x="30033" y="19481"/>
                  </a:lnTo>
                  <a:lnTo>
                    <a:pt x="30069" y="19348"/>
                  </a:lnTo>
                  <a:lnTo>
                    <a:pt x="30096" y="19214"/>
                  </a:lnTo>
                  <a:lnTo>
                    <a:pt x="30443" y="19365"/>
                  </a:lnTo>
                  <a:lnTo>
                    <a:pt x="30800" y="19490"/>
                  </a:lnTo>
                  <a:lnTo>
                    <a:pt x="31174" y="19606"/>
                  </a:lnTo>
                  <a:lnTo>
                    <a:pt x="31548" y="19695"/>
                  </a:lnTo>
                  <a:lnTo>
                    <a:pt x="31932" y="19775"/>
                  </a:lnTo>
                  <a:lnTo>
                    <a:pt x="32324" y="19829"/>
                  </a:lnTo>
                  <a:lnTo>
                    <a:pt x="32520" y="19847"/>
                  </a:lnTo>
                  <a:lnTo>
                    <a:pt x="32716" y="19856"/>
                  </a:lnTo>
                  <a:lnTo>
                    <a:pt x="32912" y="19865"/>
                  </a:lnTo>
                  <a:lnTo>
                    <a:pt x="33117" y="19865"/>
                  </a:lnTo>
                  <a:lnTo>
                    <a:pt x="33491" y="19856"/>
                  </a:lnTo>
                  <a:lnTo>
                    <a:pt x="33865" y="19829"/>
                  </a:lnTo>
                  <a:lnTo>
                    <a:pt x="34231" y="19784"/>
                  </a:lnTo>
                  <a:lnTo>
                    <a:pt x="34596" y="19722"/>
                  </a:lnTo>
                  <a:lnTo>
                    <a:pt x="34953" y="19642"/>
                  </a:lnTo>
                  <a:lnTo>
                    <a:pt x="35300" y="19535"/>
                  </a:lnTo>
                  <a:lnTo>
                    <a:pt x="35639" y="19419"/>
                  </a:lnTo>
                  <a:lnTo>
                    <a:pt x="35969" y="19294"/>
                  </a:lnTo>
                  <a:lnTo>
                    <a:pt x="36298" y="19143"/>
                  </a:lnTo>
                  <a:lnTo>
                    <a:pt x="36610" y="18982"/>
                  </a:lnTo>
                  <a:lnTo>
                    <a:pt x="36913" y="18804"/>
                  </a:lnTo>
                  <a:lnTo>
                    <a:pt x="37216" y="18617"/>
                  </a:lnTo>
                  <a:lnTo>
                    <a:pt x="37501" y="18412"/>
                  </a:lnTo>
                  <a:lnTo>
                    <a:pt x="37778" y="18198"/>
                  </a:lnTo>
                  <a:lnTo>
                    <a:pt x="38045" y="17966"/>
                  </a:lnTo>
                  <a:lnTo>
                    <a:pt x="38304" y="17726"/>
                  </a:lnTo>
                  <a:lnTo>
                    <a:pt x="38544" y="17467"/>
                  </a:lnTo>
                  <a:lnTo>
                    <a:pt x="38776" y="17200"/>
                  </a:lnTo>
                  <a:lnTo>
                    <a:pt x="38990" y="16924"/>
                  </a:lnTo>
                  <a:lnTo>
                    <a:pt x="39195" y="16638"/>
                  </a:lnTo>
                  <a:lnTo>
                    <a:pt x="39382" y="16335"/>
                  </a:lnTo>
                  <a:lnTo>
                    <a:pt x="39560" y="16032"/>
                  </a:lnTo>
                  <a:lnTo>
                    <a:pt x="39721" y="15721"/>
                  </a:lnTo>
                  <a:lnTo>
                    <a:pt x="39872" y="15391"/>
                  </a:lnTo>
                  <a:lnTo>
                    <a:pt x="40006" y="15061"/>
                  </a:lnTo>
                  <a:lnTo>
                    <a:pt x="40113" y="14722"/>
                  </a:lnTo>
                  <a:lnTo>
                    <a:pt x="40220" y="14375"/>
                  </a:lnTo>
                  <a:lnTo>
                    <a:pt x="40300" y="14018"/>
                  </a:lnTo>
                  <a:lnTo>
                    <a:pt x="40362" y="13653"/>
                  </a:lnTo>
                  <a:lnTo>
                    <a:pt x="40407" y="13288"/>
                  </a:lnTo>
                  <a:lnTo>
                    <a:pt x="40433" y="12913"/>
                  </a:lnTo>
                  <a:lnTo>
                    <a:pt x="40442" y="12539"/>
                  </a:lnTo>
                  <a:lnTo>
                    <a:pt x="40433" y="12165"/>
                  </a:lnTo>
                  <a:lnTo>
                    <a:pt x="40407" y="11790"/>
                  </a:lnTo>
                  <a:lnTo>
                    <a:pt x="40362" y="11425"/>
                  </a:lnTo>
                  <a:lnTo>
                    <a:pt x="40300" y="11060"/>
                  </a:lnTo>
                  <a:lnTo>
                    <a:pt x="40220" y="10712"/>
                  </a:lnTo>
                  <a:lnTo>
                    <a:pt x="40113" y="10364"/>
                  </a:lnTo>
                  <a:lnTo>
                    <a:pt x="40006" y="10017"/>
                  </a:lnTo>
                  <a:lnTo>
                    <a:pt x="39872" y="9687"/>
                  </a:lnTo>
                  <a:lnTo>
                    <a:pt x="39721" y="9366"/>
                  </a:lnTo>
                  <a:lnTo>
                    <a:pt x="39560" y="9046"/>
                  </a:lnTo>
                  <a:lnTo>
                    <a:pt x="39382" y="8743"/>
                  </a:lnTo>
                  <a:lnTo>
                    <a:pt x="39195" y="8440"/>
                  </a:lnTo>
                  <a:lnTo>
                    <a:pt x="38990" y="8154"/>
                  </a:lnTo>
                  <a:lnTo>
                    <a:pt x="38776" y="7878"/>
                  </a:lnTo>
                  <a:lnTo>
                    <a:pt x="38544" y="7611"/>
                  </a:lnTo>
                  <a:lnTo>
                    <a:pt x="38304" y="7361"/>
                  </a:lnTo>
                  <a:lnTo>
                    <a:pt x="38045" y="7112"/>
                  </a:lnTo>
                  <a:lnTo>
                    <a:pt x="37778" y="6889"/>
                  </a:lnTo>
                  <a:lnTo>
                    <a:pt x="37501" y="6666"/>
                  </a:lnTo>
                  <a:lnTo>
                    <a:pt x="37216" y="6461"/>
                  </a:lnTo>
                  <a:lnTo>
                    <a:pt x="36913" y="6274"/>
                  </a:lnTo>
                  <a:lnTo>
                    <a:pt x="36610" y="6096"/>
                  </a:lnTo>
                  <a:lnTo>
                    <a:pt x="36298" y="5935"/>
                  </a:lnTo>
                  <a:lnTo>
                    <a:pt x="35969" y="5784"/>
                  </a:lnTo>
                  <a:lnTo>
                    <a:pt x="35639" y="5659"/>
                  </a:lnTo>
                  <a:lnTo>
                    <a:pt x="35300" y="5543"/>
                  </a:lnTo>
                  <a:lnTo>
                    <a:pt x="34953" y="5445"/>
                  </a:lnTo>
                  <a:lnTo>
                    <a:pt x="34596" y="5356"/>
                  </a:lnTo>
                  <a:lnTo>
                    <a:pt x="34231" y="5294"/>
                  </a:lnTo>
                  <a:lnTo>
                    <a:pt x="33865" y="5249"/>
                  </a:lnTo>
                  <a:lnTo>
                    <a:pt x="33491" y="5222"/>
                  </a:lnTo>
                  <a:lnTo>
                    <a:pt x="33117" y="5213"/>
                  </a:lnTo>
                  <a:lnTo>
                    <a:pt x="32867" y="5213"/>
                  </a:lnTo>
                  <a:lnTo>
                    <a:pt x="32618" y="5231"/>
                  </a:lnTo>
                  <a:lnTo>
                    <a:pt x="32368" y="5249"/>
                  </a:lnTo>
                  <a:lnTo>
                    <a:pt x="32119" y="5276"/>
                  </a:lnTo>
                  <a:lnTo>
                    <a:pt x="31878" y="5320"/>
                  </a:lnTo>
                  <a:lnTo>
                    <a:pt x="31637" y="5365"/>
                  </a:lnTo>
                  <a:lnTo>
                    <a:pt x="31397" y="5418"/>
                  </a:lnTo>
                  <a:lnTo>
                    <a:pt x="31165" y="5481"/>
                  </a:lnTo>
                  <a:lnTo>
                    <a:pt x="31165" y="5481"/>
                  </a:lnTo>
                  <a:lnTo>
                    <a:pt x="31174" y="5311"/>
                  </a:lnTo>
                  <a:lnTo>
                    <a:pt x="31183" y="5142"/>
                  </a:lnTo>
                  <a:lnTo>
                    <a:pt x="31174" y="4991"/>
                  </a:lnTo>
                  <a:lnTo>
                    <a:pt x="31165" y="4830"/>
                  </a:lnTo>
                  <a:lnTo>
                    <a:pt x="31147" y="4679"/>
                  </a:lnTo>
                  <a:lnTo>
                    <a:pt x="31121" y="4527"/>
                  </a:lnTo>
                  <a:lnTo>
                    <a:pt x="31085" y="4385"/>
                  </a:lnTo>
                  <a:lnTo>
                    <a:pt x="31040" y="4233"/>
                  </a:lnTo>
                  <a:lnTo>
                    <a:pt x="30996" y="4091"/>
                  </a:lnTo>
                  <a:lnTo>
                    <a:pt x="30942" y="3957"/>
                  </a:lnTo>
                  <a:lnTo>
                    <a:pt x="30880" y="3814"/>
                  </a:lnTo>
                  <a:lnTo>
                    <a:pt x="30809" y="3690"/>
                  </a:lnTo>
                  <a:lnTo>
                    <a:pt x="30737" y="3556"/>
                  </a:lnTo>
                  <a:lnTo>
                    <a:pt x="30657" y="3431"/>
                  </a:lnTo>
                  <a:lnTo>
                    <a:pt x="30577" y="3315"/>
                  </a:lnTo>
                  <a:lnTo>
                    <a:pt x="30479" y="3199"/>
                  </a:lnTo>
                  <a:lnTo>
                    <a:pt x="30390" y="3084"/>
                  </a:lnTo>
                  <a:lnTo>
                    <a:pt x="30283" y="2985"/>
                  </a:lnTo>
                  <a:lnTo>
                    <a:pt x="30176" y="2879"/>
                  </a:lnTo>
                  <a:lnTo>
                    <a:pt x="30069" y="2781"/>
                  </a:lnTo>
                  <a:lnTo>
                    <a:pt x="29953" y="2691"/>
                  </a:lnTo>
                  <a:lnTo>
                    <a:pt x="29828" y="2611"/>
                  </a:lnTo>
                  <a:lnTo>
                    <a:pt x="29704" y="2531"/>
                  </a:lnTo>
                  <a:lnTo>
                    <a:pt x="29579" y="2451"/>
                  </a:lnTo>
                  <a:lnTo>
                    <a:pt x="29445" y="2388"/>
                  </a:lnTo>
                  <a:lnTo>
                    <a:pt x="29311" y="2326"/>
                  </a:lnTo>
                  <a:lnTo>
                    <a:pt x="29169" y="2273"/>
                  </a:lnTo>
                  <a:lnTo>
                    <a:pt x="29026" y="2219"/>
                  </a:lnTo>
                  <a:lnTo>
                    <a:pt x="28884" y="2183"/>
                  </a:lnTo>
                  <a:lnTo>
                    <a:pt x="28732" y="2148"/>
                  </a:lnTo>
                  <a:lnTo>
                    <a:pt x="28590" y="2121"/>
                  </a:lnTo>
                  <a:lnTo>
                    <a:pt x="28429" y="2103"/>
                  </a:lnTo>
                  <a:lnTo>
                    <a:pt x="28278" y="2085"/>
                  </a:lnTo>
                  <a:lnTo>
                    <a:pt x="27939" y="2085"/>
                  </a:lnTo>
                  <a:lnTo>
                    <a:pt x="27761" y="2103"/>
                  </a:lnTo>
                  <a:lnTo>
                    <a:pt x="27591" y="2130"/>
                  </a:lnTo>
                  <a:lnTo>
                    <a:pt x="27413" y="2166"/>
                  </a:lnTo>
                  <a:lnTo>
                    <a:pt x="27253" y="2210"/>
                  </a:lnTo>
                  <a:lnTo>
                    <a:pt x="27083" y="2264"/>
                  </a:lnTo>
                  <a:lnTo>
                    <a:pt x="26923" y="2326"/>
                  </a:lnTo>
                  <a:lnTo>
                    <a:pt x="26772" y="2397"/>
                  </a:lnTo>
                  <a:lnTo>
                    <a:pt x="26620" y="2477"/>
                  </a:lnTo>
                  <a:lnTo>
                    <a:pt x="26477" y="2567"/>
                  </a:lnTo>
                  <a:lnTo>
                    <a:pt x="26335" y="2656"/>
                  </a:lnTo>
                  <a:lnTo>
                    <a:pt x="26201" y="2763"/>
                  </a:lnTo>
                  <a:lnTo>
                    <a:pt x="26076" y="2870"/>
                  </a:lnTo>
                  <a:lnTo>
                    <a:pt x="25952" y="2985"/>
                  </a:lnTo>
                  <a:lnTo>
                    <a:pt x="25836" y="3110"/>
                  </a:lnTo>
                  <a:lnTo>
                    <a:pt x="25729" y="3235"/>
                  </a:lnTo>
                  <a:lnTo>
                    <a:pt x="25586" y="3057"/>
                  </a:lnTo>
                  <a:lnTo>
                    <a:pt x="25435" y="2879"/>
                  </a:lnTo>
                  <a:lnTo>
                    <a:pt x="25283" y="2700"/>
                  </a:lnTo>
                  <a:lnTo>
                    <a:pt x="25123" y="2531"/>
                  </a:lnTo>
                  <a:lnTo>
                    <a:pt x="24962" y="2371"/>
                  </a:lnTo>
                  <a:lnTo>
                    <a:pt x="24793" y="2210"/>
                  </a:lnTo>
                  <a:lnTo>
                    <a:pt x="24624" y="2050"/>
                  </a:lnTo>
                  <a:lnTo>
                    <a:pt x="24446" y="1898"/>
                  </a:lnTo>
                  <a:lnTo>
                    <a:pt x="24267" y="1756"/>
                  </a:lnTo>
                  <a:lnTo>
                    <a:pt x="24089" y="1613"/>
                  </a:lnTo>
                  <a:lnTo>
                    <a:pt x="23893" y="1479"/>
                  </a:lnTo>
                  <a:lnTo>
                    <a:pt x="23706" y="1346"/>
                  </a:lnTo>
                  <a:lnTo>
                    <a:pt x="23510" y="1221"/>
                  </a:lnTo>
                  <a:lnTo>
                    <a:pt x="23314" y="1105"/>
                  </a:lnTo>
                  <a:lnTo>
                    <a:pt x="23109" y="989"/>
                  </a:lnTo>
                  <a:lnTo>
                    <a:pt x="22904" y="882"/>
                  </a:lnTo>
                  <a:lnTo>
                    <a:pt x="22690" y="775"/>
                  </a:lnTo>
                  <a:lnTo>
                    <a:pt x="22476" y="677"/>
                  </a:lnTo>
                  <a:lnTo>
                    <a:pt x="22262" y="588"/>
                  </a:lnTo>
                  <a:lnTo>
                    <a:pt x="22039" y="508"/>
                  </a:lnTo>
                  <a:lnTo>
                    <a:pt x="21817" y="428"/>
                  </a:lnTo>
                  <a:lnTo>
                    <a:pt x="21594" y="356"/>
                  </a:lnTo>
                  <a:lnTo>
                    <a:pt x="21362" y="285"/>
                  </a:lnTo>
                  <a:lnTo>
                    <a:pt x="21130" y="232"/>
                  </a:lnTo>
                  <a:lnTo>
                    <a:pt x="20899" y="178"/>
                  </a:lnTo>
                  <a:lnTo>
                    <a:pt x="20658" y="134"/>
                  </a:lnTo>
                  <a:lnTo>
                    <a:pt x="20426" y="89"/>
                  </a:lnTo>
                  <a:lnTo>
                    <a:pt x="20186" y="62"/>
                  </a:lnTo>
                  <a:lnTo>
                    <a:pt x="19936" y="36"/>
                  </a:lnTo>
                  <a:lnTo>
                    <a:pt x="19696" y="18"/>
                  </a:lnTo>
                  <a:lnTo>
                    <a:pt x="194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5415025" y="1549550"/>
              <a:ext cx="1100850" cy="604025"/>
            </a:xfrm>
            <a:custGeom>
              <a:rect b="b" l="l" r="r" t="t"/>
              <a:pathLst>
                <a:path extrusionOk="0" h="24161" w="44034">
                  <a:moveTo>
                    <a:pt x="22574" y="0"/>
                  </a:moveTo>
                  <a:lnTo>
                    <a:pt x="22360" y="9"/>
                  </a:lnTo>
                  <a:lnTo>
                    <a:pt x="22146" y="27"/>
                  </a:lnTo>
                  <a:lnTo>
                    <a:pt x="21941" y="45"/>
                  </a:lnTo>
                  <a:lnTo>
                    <a:pt x="21727" y="63"/>
                  </a:lnTo>
                  <a:lnTo>
                    <a:pt x="21522" y="98"/>
                  </a:lnTo>
                  <a:lnTo>
                    <a:pt x="21112" y="170"/>
                  </a:lnTo>
                  <a:lnTo>
                    <a:pt x="20711" y="268"/>
                  </a:lnTo>
                  <a:lnTo>
                    <a:pt x="20319" y="375"/>
                  </a:lnTo>
                  <a:lnTo>
                    <a:pt x="19936" y="508"/>
                  </a:lnTo>
                  <a:lnTo>
                    <a:pt x="19553" y="660"/>
                  </a:lnTo>
                  <a:lnTo>
                    <a:pt x="19187" y="829"/>
                  </a:lnTo>
                  <a:lnTo>
                    <a:pt x="18831" y="1016"/>
                  </a:lnTo>
                  <a:lnTo>
                    <a:pt x="18483" y="1221"/>
                  </a:lnTo>
                  <a:lnTo>
                    <a:pt x="18154" y="1435"/>
                  </a:lnTo>
                  <a:lnTo>
                    <a:pt x="17824" y="1667"/>
                  </a:lnTo>
                  <a:lnTo>
                    <a:pt x="17512" y="1916"/>
                  </a:lnTo>
                  <a:lnTo>
                    <a:pt x="17218" y="2184"/>
                  </a:lnTo>
                  <a:lnTo>
                    <a:pt x="16933" y="2460"/>
                  </a:lnTo>
                  <a:lnTo>
                    <a:pt x="16745" y="2371"/>
                  </a:lnTo>
                  <a:lnTo>
                    <a:pt x="16549" y="2291"/>
                  </a:lnTo>
                  <a:lnTo>
                    <a:pt x="16353" y="2219"/>
                  </a:lnTo>
                  <a:lnTo>
                    <a:pt x="16148" y="2157"/>
                  </a:lnTo>
                  <a:lnTo>
                    <a:pt x="15943" y="2113"/>
                  </a:lnTo>
                  <a:lnTo>
                    <a:pt x="15730" y="2077"/>
                  </a:lnTo>
                  <a:lnTo>
                    <a:pt x="15507" y="2059"/>
                  </a:lnTo>
                  <a:lnTo>
                    <a:pt x="15293" y="2050"/>
                  </a:lnTo>
                  <a:lnTo>
                    <a:pt x="15132" y="2059"/>
                  </a:lnTo>
                  <a:lnTo>
                    <a:pt x="14972" y="2068"/>
                  </a:lnTo>
                  <a:lnTo>
                    <a:pt x="14821" y="2086"/>
                  </a:lnTo>
                  <a:lnTo>
                    <a:pt x="14669" y="2104"/>
                  </a:lnTo>
                  <a:lnTo>
                    <a:pt x="14518" y="2139"/>
                  </a:lnTo>
                  <a:lnTo>
                    <a:pt x="14375" y="2175"/>
                  </a:lnTo>
                  <a:lnTo>
                    <a:pt x="14232" y="2219"/>
                  </a:lnTo>
                  <a:lnTo>
                    <a:pt x="14090" y="2264"/>
                  </a:lnTo>
                  <a:lnTo>
                    <a:pt x="13947" y="2318"/>
                  </a:lnTo>
                  <a:lnTo>
                    <a:pt x="13813" y="2380"/>
                  </a:lnTo>
                  <a:lnTo>
                    <a:pt x="13680" y="2442"/>
                  </a:lnTo>
                  <a:lnTo>
                    <a:pt x="13555" y="2514"/>
                  </a:lnTo>
                  <a:lnTo>
                    <a:pt x="13421" y="2594"/>
                  </a:lnTo>
                  <a:lnTo>
                    <a:pt x="13305" y="2674"/>
                  </a:lnTo>
                  <a:lnTo>
                    <a:pt x="13181" y="2763"/>
                  </a:lnTo>
                  <a:lnTo>
                    <a:pt x="13065" y="2852"/>
                  </a:lnTo>
                  <a:lnTo>
                    <a:pt x="12958" y="2941"/>
                  </a:lnTo>
                  <a:lnTo>
                    <a:pt x="12851" y="3048"/>
                  </a:lnTo>
                  <a:lnTo>
                    <a:pt x="12744" y="3146"/>
                  </a:lnTo>
                  <a:lnTo>
                    <a:pt x="12646" y="3262"/>
                  </a:lnTo>
                  <a:lnTo>
                    <a:pt x="12557" y="3369"/>
                  </a:lnTo>
                  <a:lnTo>
                    <a:pt x="12468" y="3485"/>
                  </a:lnTo>
                  <a:lnTo>
                    <a:pt x="12379" y="3610"/>
                  </a:lnTo>
                  <a:lnTo>
                    <a:pt x="12298" y="3734"/>
                  </a:lnTo>
                  <a:lnTo>
                    <a:pt x="12227" y="3859"/>
                  </a:lnTo>
                  <a:lnTo>
                    <a:pt x="12156" y="3993"/>
                  </a:lnTo>
                  <a:lnTo>
                    <a:pt x="12093" y="4127"/>
                  </a:lnTo>
                  <a:lnTo>
                    <a:pt x="12040" y="4260"/>
                  </a:lnTo>
                  <a:lnTo>
                    <a:pt x="11987" y="4403"/>
                  </a:lnTo>
                  <a:lnTo>
                    <a:pt x="11942" y="4545"/>
                  </a:lnTo>
                  <a:lnTo>
                    <a:pt x="11897" y="4688"/>
                  </a:lnTo>
                  <a:lnTo>
                    <a:pt x="11871" y="4840"/>
                  </a:lnTo>
                  <a:lnTo>
                    <a:pt x="11630" y="4581"/>
                  </a:lnTo>
                  <a:lnTo>
                    <a:pt x="11372" y="4341"/>
                  </a:lnTo>
                  <a:lnTo>
                    <a:pt x="11113" y="4109"/>
                  </a:lnTo>
                  <a:lnTo>
                    <a:pt x="10837" y="3886"/>
                  </a:lnTo>
                  <a:lnTo>
                    <a:pt x="10543" y="3690"/>
                  </a:lnTo>
                  <a:lnTo>
                    <a:pt x="10249" y="3494"/>
                  </a:lnTo>
                  <a:lnTo>
                    <a:pt x="9937" y="3325"/>
                  </a:lnTo>
                  <a:lnTo>
                    <a:pt x="9616" y="3164"/>
                  </a:lnTo>
                  <a:lnTo>
                    <a:pt x="9295" y="3030"/>
                  </a:lnTo>
                  <a:lnTo>
                    <a:pt x="8956" y="2906"/>
                  </a:lnTo>
                  <a:lnTo>
                    <a:pt x="8609" y="2799"/>
                  </a:lnTo>
                  <a:lnTo>
                    <a:pt x="8261" y="2710"/>
                  </a:lnTo>
                  <a:lnTo>
                    <a:pt x="7896" y="2638"/>
                  </a:lnTo>
                  <a:lnTo>
                    <a:pt x="7531" y="2585"/>
                  </a:lnTo>
                  <a:lnTo>
                    <a:pt x="7165" y="2558"/>
                  </a:lnTo>
                  <a:lnTo>
                    <a:pt x="6782" y="2549"/>
                  </a:lnTo>
                  <a:lnTo>
                    <a:pt x="6434" y="2558"/>
                  </a:lnTo>
                  <a:lnTo>
                    <a:pt x="6087" y="2585"/>
                  </a:lnTo>
                  <a:lnTo>
                    <a:pt x="5748" y="2629"/>
                  </a:lnTo>
                  <a:lnTo>
                    <a:pt x="5418" y="2683"/>
                  </a:lnTo>
                  <a:lnTo>
                    <a:pt x="5089" y="2763"/>
                  </a:lnTo>
                  <a:lnTo>
                    <a:pt x="4768" y="2852"/>
                  </a:lnTo>
                  <a:lnTo>
                    <a:pt x="4456" y="2959"/>
                  </a:lnTo>
                  <a:lnTo>
                    <a:pt x="4144" y="3084"/>
                  </a:lnTo>
                  <a:lnTo>
                    <a:pt x="3841" y="3218"/>
                  </a:lnTo>
                  <a:lnTo>
                    <a:pt x="3547" y="3369"/>
                  </a:lnTo>
                  <a:lnTo>
                    <a:pt x="3262" y="3530"/>
                  </a:lnTo>
                  <a:lnTo>
                    <a:pt x="2994" y="3708"/>
                  </a:lnTo>
                  <a:lnTo>
                    <a:pt x="2727" y="3895"/>
                  </a:lnTo>
                  <a:lnTo>
                    <a:pt x="2469" y="4100"/>
                  </a:lnTo>
                  <a:lnTo>
                    <a:pt x="2219" y="4314"/>
                  </a:lnTo>
                  <a:lnTo>
                    <a:pt x="1987" y="4537"/>
                  </a:lnTo>
                  <a:lnTo>
                    <a:pt x="1765" y="4768"/>
                  </a:lnTo>
                  <a:lnTo>
                    <a:pt x="1551" y="5018"/>
                  </a:lnTo>
                  <a:lnTo>
                    <a:pt x="1346" y="5276"/>
                  </a:lnTo>
                  <a:lnTo>
                    <a:pt x="1159" y="5544"/>
                  </a:lnTo>
                  <a:lnTo>
                    <a:pt x="980" y="5811"/>
                  </a:lnTo>
                  <a:lnTo>
                    <a:pt x="820" y="6096"/>
                  </a:lnTo>
                  <a:lnTo>
                    <a:pt x="668" y="6390"/>
                  </a:lnTo>
                  <a:lnTo>
                    <a:pt x="535" y="6693"/>
                  </a:lnTo>
                  <a:lnTo>
                    <a:pt x="410" y="7005"/>
                  </a:lnTo>
                  <a:lnTo>
                    <a:pt x="303" y="7317"/>
                  </a:lnTo>
                  <a:lnTo>
                    <a:pt x="214" y="7638"/>
                  </a:lnTo>
                  <a:lnTo>
                    <a:pt x="134" y="7968"/>
                  </a:lnTo>
                  <a:lnTo>
                    <a:pt x="80" y="8297"/>
                  </a:lnTo>
                  <a:lnTo>
                    <a:pt x="36" y="8636"/>
                  </a:lnTo>
                  <a:lnTo>
                    <a:pt x="9" y="8984"/>
                  </a:lnTo>
                  <a:lnTo>
                    <a:pt x="0" y="9331"/>
                  </a:lnTo>
                  <a:lnTo>
                    <a:pt x="9" y="9634"/>
                  </a:lnTo>
                  <a:lnTo>
                    <a:pt x="27" y="9937"/>
                  </a:lnTo>
                  <a:lnTo>
                    <a:pt x="54" y="10231"/>
                  </a:lnTo>
                  <a:lnTo>
                    <a:pt x="107" y="10525"/>
                  </a:lnTo>
                  <a:lnTo>
                    <a:pt x="160" y="10811"/>
                  </a:lnTo>
                  <a:lnTo>
                    <a:pt x="232" y="11096"/>
                  </a:lnTo>
                  <a:lnTo>
                    <a:pt x="312" y="11372"/>
                  </a:lnTo>
                  <a:lnTo>
                    <a:pt x="401" y="11648"/>
                  </a:lnTo>
                  <a:lnTo>
                    <a:pt x="508" y="11916"/>
                  </a:lnTo>
                  <a:lnTo>
                    <a:pt x="624" y="12183"/>
                  </a:lnTo>
                  <a:lnTo>
                    <a:pt x="749" y="12432"/>
                  </a:lnTo>
                  <a:lnTo>
                    <a:pt x="882" y="12691"/>
                  </a:lnTo>
                  <a:lnTo>
                    <a:pt x="1034" y="12932"/>
                  </a:lnTo>
                  <a:lnTo>
                    <a:pt x="1185" y="13172"/>
                  </a:lnTo>
                  <a:lnTo>
                    <a:pt x="1355" y="13395"/>
                  </a:lnTo>
                  <a:lnTo>
                    <a:pt x="1524" y="13618"/>
                  </a:lnTo>
                  <a:lnTo>
                    <a:pt x="1435" y="13734"/>
                  </a:lnTo>
                  <a:lnTo>
                    <a:pt x="1355" y="13841"/>
                  </a:lnTo>
                  <a:lnTo>
                    <a:pt x="1274" y="13956"/>
                  </a:lnTo>
                  <a:lnTo>
                    <a:pt x="1194" y="14081"/>
                  </a:lnTo>
                  <a:lnTo>
                    <a:pt x="1132" y="14206"/>
                  </a:lnTo>
                  <a:lnTo>
                    <a:pt x="1061" y="14331"/>
                  </a:lnTo>
                  <a:lnTo>
                    <a:pt x="1007" y="14464"/>
                  </a:lnTo>
                  <a:lnTo>
                    <a:pt x="954" y="14598"/>
                  </a:lnTo>
                  <a:lnTo>
                    <a:pt x="900" y="14732"/>
                  </a:lnTo>
                  <a:lnTo>
                    <a:pt x="865" y="14865"/>
                  </a:lnTo>
                  <a:lnTo>
                    <a:pt x="829" y="15008"/>
                  </a:lnTo>
                  <a:lnTo>
                    <a:pt x="793" y="15151"/>
                  </a:lnTo>
                  <a:lnTo>
                    <a:pt x="775" y="15293"/>
                  </a:lnTo>
                  <a:lnTo>
                    <a:pt x="758" y="15445"/>
                  </a:lnTo>
                  <a:lnTo>
                    <a:pt x="749" y="15596"/>
                  </a:lnTo>
                  <a:lnTo>
                    <a:pt x="740" y="15748"/>
                  </a:lnTo>
                  <a:lnTo>
                    <a:pt x="749" y="15917"/>
                  </a:lnTo>
                  <a:lnTo>
                    <a:pt x="758" y="16077"/>
                  </a:lnTo>
                  <a:lnTo>
                    <a:pt x="784" y="16247"/>
                  </a:lnTo>
                  <a:lnTo>
                    <a:pt x="811" y="16407"/>
                  </a:lnTo>
                  <a:lnTo>
                    <a:pt x="847" y="16568"/>
                  </a:lnTo>
                  <a:lnTo>
                    <a:pt x="891" y="16719"/>
                  </a:lnTo>
                  <a:lnTo>
                    <a:pt x="945" y="16879"/>
                  </a:lnTo>
                  <a:lnTo>
                    <a:pt x="998" y="17022"/>
                  </a:lnTo>
                  <a:lnTo>
                    <a:pt x="1069" y="17174"/>
                  </a:lnTo>
                  <a:lnTo>
                    <a:pt x="1141" y="17316"/>
                  </a:lnTo>
                  <a:lnTo>
                    <a:pt x="1221" y="17450"/>
                  </a:lnTo>
                  <a:lnTo>
                    <a:pt x="1301" y="17584"/>
                  </a:lnTo>
                  <a:lnTo>
                    <a:pt x="1399" y="17708"/>
                  </a:lnTo>
                  <a:lnTo>
                    <a:pt x="1497" y="17833"/>
                  </a:lnTo>
                  <a:lnTo>
                    <a:pt x="1595" y="17958"/>
                  </a:lnTo>
                  <a:lnTo>
                    <a:pt x="1702" y="18074"/>
                  </a:lnTo>
                  <a:lnTo>
                    <a:pt x="1818" y="18181"/>
                  </a:lnTo>
                  <a:lnTo>
                    <a:pt x="1943" y="18279"/>
                  </a:lnTo>
                  <a:lnTo>
                    <a:pt x="2068" y="18377"/>
                  </a:lnTo>
                  <a:lnTo>
                    <a:pt x="2192" y="18475"/>
                  </a:lnTo>
                  <a:lnTo>
                    <a:pt x="2326" y="18555"/>
                  </a:lnTo>
                  <a:lnTo>
                    <a:pt x="2460" y="18635"/>
                  </a:lnTo>
                  <a:lnTo>
                    <a:pt x="2602" y="18706"/>
                  </a:lnTo>
                  <a:lnTo>
                    <a:pt x="2754" y="18778"/>
                  </a:lnTo>
                  <a:lnTo>
                    <a:pt x="2896" y="18831"/>
                  </a:lnTo>
                  <a:lnTo>
                    <a:pt x="3057" y="18885"/>
                  </a:lnTo>
                  <a:lnTo>
                    <a:pt x="3208" y="18929"/>
                  </a:lnTo>
                  <a:lnTo>
                    <a:pt x="3369" y="18965"/>
                  </a:lnTo>
                  <a:lnTo>
                    <a:pt x="3529" y="18992"/>
                  </a:lnTo>
                  <a:lnTo>
                    <a:pt x="3698" y="19018"/>
                  </a:lnTo>
                  <a:lnTo>
                    <a:pt x="3859" y="19027"/>
                  </a:lnTo>
                  <a:lnTo>
                    <a:pt x="4028" y="19036"/>
                  </a:lnTo>
                  <a:lnTo>
                    <a:pt x="4189" y="19027"/>
                  </a:lnTo>
                  <a:lnTo>
                    <a:pt x="4349" y="19018"/>
                  </a:lnTo>
                  <a:lnTo>
                    <a:pt x="4501" y="19001"/>
                  </a:lnTo>
                  <a:lnTo>
                    <a:pt x="4652" y="18974"/>
                  </a:lnTo>
                  <a:lnTo>
                    <a:pt x="4804" y="18938"/>
                  </a:lnTo>
                  <a:lnTo>
                    <a:pt x="4946" y="18902"/>
                  </a:lnTo>
                  <a:lnTo>
                    <a:pt x="5089" y="18858"/>
                  </a:lnTo>
                  <a:lnTo>
                    <a:pt x="5231" y="18804"/>
                  </a:lnTo>
                  <a:lnTo>
                    <a:pt x="5374" y="18742"/>
                  </a:lnTo>
                  <a:lnTo>
                    <a:pt x="5508" y="18680"/>
                  </a:lnTo>
                  <a:lnTo>
                    <a:pt x="5641" y="18608"/>
                  </a:lnTo>
                  <a:lnTo>
                    <a:pt x="5766" y="18537"/>
                  </a:lnTo>
                  <a:lnTo>
                    <a:pt x="5891" y="18457"/>
                  </a:lnTo>
                  <a:lnTo>
                    <a:pt x="6007" y="18368"/>
                  </a:lnTo>
                  <a:lnTo>
                    <a:pt x="6123" y="18270"/>
                  </a:lnTo>
                  <a:lnTo>
                    <a:pt x="6238" y="18181"/>
                  </a:lnTo>
                  <a:lnTo>
                    <a:pt x="6479" y="18368"/>
                  </a:lnTo>
                  <a:lnTo>
                    <a:pt x="6729" y="18555"/>
                  </a:lnTo>
                  <a:lnTo>
                    <a:pt x="6987" y="18724"/>
                  </a:lnTo>
                  <a:lnTo>
                    <a:pt x="7254" y="18885"/>
                  </a:lnTo>
                  <a:lnTo>
                    <a:pt x="7531" y="19036"/>
                  </a:lnTo>
                  <a:lnTo>
                    <a:pt x="7807" y="19179"/>
                  </a:lnTo>
                  <a:lnTo>
                    <a:pt x="8092" y="19304"/>
                  </a:lnTo>
                  <a:lnTo>
                    <a:pt x="8386" y="19419"/>
                  </a:lnTo>
                  <a:lnTo>
                    <a:pt x="8689" y="19517"/>
                  </a:lnTo>
                  <a:lnTo>
                    <a:pt x="8992" y="19607"/>
                  </a:lnTo>
                  <a:lnTo>
                    <a:pt x="9295" y="19687"/>
                  </a:lnTo>
                  <a:lnTo>
                    <a:pt x="9616" y="19749"/>
                  </a:lnTo>
                  <a:lnTo>
                    <a:pt x="9937" y="19803"/>
                  </a:lnTo>
                  <a:lnTo>
                    <a:pt x="10258" y="19838"/>
                  </a:lnTo>
                  <a:lnTo>
                    <a:pt x="10587" y="19856"/>
                  </a:lnTo>
                  <a:lnTo>
                    <a:pt x="10917" y="19865"/>
                  </a:lnTo>
                  <a:lnTo>
                    <a:pt x="11256" y="19856"/>
                  </a:lnTo>
                  <a:lnTo>
                    <a:pt x="11594" y="19838"/>
                  </a:lnTo>
                  <a:lnTo>
                    <a:pt x="11924" y="19803"/>
                  </a:lnTo>
                  <a:lnTo>
                    <a:pt x="12245" y="19749"/>
                  </a:lnTo>
                  <a:lnTo>
                    <a:pt x="12566" y="19678"/>
                  </a:lnTo>
                  <a:lnTo>
                    <a:pt x="12878" y="19598"/>
                  </a:lnTo>
                  <a:lnTo>
                    <a:pt x="13190" y="19508"/>
                  </a:lnTo>
                  <a:lnTo>
                    <a:pt x="13493" y="19402"/>
                  </a:lnTo>
                  <a:lnTo>
                    <a:pt x="13617" y="19660"/>
                  </a:lnTo>
                  <a:lnTo>
                    <a:pt x="13760" y="19918"/>
                  </a:lnTo>
                  <a:lnTo>
                    <a:pt x="13903" y="20168"/>
                  </a:lnTo>
                  <a:lnTo>
                    <a:pt x="14054" y="20409"/>
                  </a:lnTo>
                  <a:lnTo>
                    <a:pt x="14214" y="20649"/>
                  </a:lnTo>
                  <a:lnTo>
                    <a:pt x="14384" y="20881"/>
                  </a:lnTo>
                  <a:lnTo>
                    <a:pt x="14562" y="21113"/>
                  </a:lnTo>
                  <a:lnTo>
                    <a:pt x="14740" y="21327"/>
                  </a:lnTo>
                  <a:lnTo>
                    <a:pt x="14936" y="21540"/>
                  </a:lnTo>
                  <a:lnTo>
                    <a:pt x="15132" y="21754"/>
                  </a:lnTo>
                  <a:lnTo>
                    <a:pt x="15337" y="21950"/>
                  </a:lnTo>
                  <a:lnTo>
                    <a:pt x="15551" y="22146"/>
                  </a:lnTo>
                  <a:lnTo>
                    <a:pt x="15774" y="22325"/>
                  </a:lnTo>
                  <a:lnTo>
                    <a:pt x="15997" y="22503"/>
                  </a:lnTo>
                  <a:lnTo>
                    <a:pt x="16229" y="22672"/>
                  </a:lnTo>
                  <a:lnTo>
                    <a:pt x="16469" y="22833"/>
                  </a:lnTo>
                  <a:lnTo>
                    <a:pt x="16710" y="22984"/>
                  </a:lnTo>
                  <a:lnTo>
                    <a:pt x="16959" y="23136"/>
                  </a:lnTo>
                  <a:lnTo>
                    <a:pt x="17218" y="23269"/>
                  </a:lnTo>
                  <a:lnTo>
                    <a:pt x="17476" y="23394"/>
                  </a:lnTo>
                  <a:lnTo>
                    <a:pt x="17744" y="23519"/>
                  </a:lnTo>
                  <a:lnTo>
                    <a:pt x="18011" y="23626"/>
                  </a:lnTo>
                  <a:lnTo>
                    <a:pt x="18287" y="23724"/>
                  </a:lnTo>
                  <a:lnTo>
                    <a:pt x="18572" y="23813"/>
                  </a:lnTo>
                  <a:lnTo>
                    <a:pt x="18858" y="23893"/>
                  </a:lnTo>
                  <a:lnTo>
                    <a:pt x="19143" y="23964"/>
                  </a:lnTo>
                  <a:lnTo>
                    <a:pt x="19437" y="24027"/>
                  </a:lnTo>
                  <a:lnTo>
                    <a:pt x="19731" y="24071"/>
                  </a:lnTo>
                  <a:lnTo>
                    <a:pt x="20025" y="24116"/>
                  </a:lnTo>
                  <a:lnTo>
                    <a:pt x="20328" y="24143"/>
                  </a:lnTo>
                  <a:lnTo>
                    <a:pt x="20640" y="24160"/>
                  </a:lnTo>
                  <a:lnTo>
                    <a:pt x="21228" y="24160"/>
                  </a:lnTo>
                  <a:lnTo>
                    <a:pt x="21504" y="24143"/>
                  </a:lnTo>
                  <a:lnTo>
                    <a:pt x="21781" y="24125"/>
                  </a:lnTo>
                  <a:lnTo>
                    <a:pt x="22048" y="24089"/>
                  </a:lnTo>
                  <a:lnTo>
                    <a:pt x="22315" y="24045"/>
                  </a:lnTo>
                  <a:lnTo>
                    <a:pt x="22583" y="24000"/>
                  </a:lnTo>
                  <a:lnTo>
                    <a:pt x="22850" y="23938"/>
                  </a:lnTo>
                  <a:lnTo>
                    <a:pt x="23109" y="23875"/>
                  </a:lnTo>
                  <a:lnTo>
                    <a:pt x="23367" y="23795"/>
                  </a:lnTo>
                  <a:lnTo>
                    <a:pt x="23625" y="23715"/>
                  </a:lnTo>
                  <a:lnTo>
                    <a:pt x="23875" y="23626"/>
                  </a:lnTo>
                  <a:lnTo>
                    <a:pt x="24116" y="23528"/>
                  </a:lnTo>
                  <a:lnTo>
                    <a:pt x="24356" y="23421"/>
                  </a:lnTo>
                  <a:lnTo>
                    <a:pt x="24597" y="23305"/>
                  </a:lnTo>
                  <a:lnTo>
                    <a:pt x="24829" y="23180"/>
                  </a:lnTo>
                  <a:lnTo>
                    <a:pt x="25060" y="23055"/>
                  </a:lnTo>
                  <a:lnTo>
                    <a:pt x="25283" y="22922"/>
                  </a:lnTo>
                  <a:lnTo>
                    <a:pt x="25506" y="22779"/>
                  </a:lnTo>
                  <a:lnTo>
                    <a:pt x="25720" y="22628"/>
                  </a:lnTo>
                  <a:lnTo>
                    <a:pt x="25934" y="22476"/>
                  </a:lnTo>
                  <a:lnTo>
                    <a:pt x="26139" y="22316"/>
                  </a:lnTo>
                  <a:lnTo>
                    <a:pt x="26335" y="22146"/>
                  </a:lnTo>
                  <a:lnTo>
                    <a:pt x="26531" y="21968"/>
                  </a:lnTo>
                  <a:lnTo>
                    <a:pt x="26718" y="21790"/>
                  </a:lnTo>
                  <a:lnTo>
                    <a:pt x="26896" y="21603"/>
                  </a:lnTo>
                  <a:lnTo>
                    <a:pt x="27074" y="21407"/>
                  </a:lnTo>
                  <a:lnTo>
                    <a:pt x="27244" y="21211"/>
                  </a:lnTo>
                  <a:lnTo>
                    <a:pt x="27413" y="21006"/>
                  </a:lnTo>
                  <a:lnTo>
                    <a:pt x="27564" y="20801"/>
                  </a:lnTo>
                  <a:lnTo>
                    <a:pt x="27716" y="20587"/>
                  </a:lnTo>
                  <a:lnTo>
                    <a:pt x="27859" y="20373"/>
                  </a:lnTo>
                  <a:lnTo>
                    <a:pt x="28001" y="20150"/>
                  </a:lnTo>
                  <a:lnTo>
                    <a:pt x="28099" y="20319"/>
                  </a:lnTo>
                  <a:lnTo>
                    <a:pt x="28215" y="20480"/>
                  </a:lnTo>
                  <a:lnTo>
                    <a:pt x="28340" y="20640"/>
                  </a:lnTo>
                  <a:lnTo>
                    <a:pt x="28473" y="20792"/>
                  </a:lnTo>
                  <a:lnTo>
                    <a:pt x="28616" y="20925"/>
                  </a:lnTo>
                  <a:lnTo>
                    <a:pt x="28776" y="21059"/>
                  </a:lnTo>
                  <a:lnTo>
                    <a:pt x="28937" y="21175"/>
                  </a:lnTo>
                  <a:lnTo>
                    <a:pt x="29106" y="21291"/>
                  </a:lnTo>
                  <a:lnTo>
                    <a:pt x="29276" y="21389"/>
                  </a:lnTo>
                  <a:lnTo>
                    <a:pt x="29463" y="21469"/>
                  </a:lnTo>
                  <a:lnTo>
                    <a:pt x="29650" y="21549"/>
                  </a:lnTo>
                  <a:lnTo>
                    <a:pt x="29846" y="21612"/>
                  </a:lnTo>
                  <a:lnTo>
                    <a:pt x="30051" y="21656"/>
                  </a:lnTo>
                  <a:lnTo>
                    <a:pt x="30256" y="21692"/>
                  </a:lnTo>
                  <a:lnTo>
                    <a:pt x="30461" y="21719"/>
                  </a:lnTo>
                  <a:lnTo>
                    <a:pt x="30817" y="21719"/>
                  </a:lnTo>
                  <a:lnTo>
                    <a:pt x="30951" y="21710"/>
                  </a:lnTo>
                  <a:lnTo>
                    <a:pt x="31094" y="21692"/>
                  </a:lnTo>
                  <a:lnTo>
                    <a:pt x="31227" y="21674"/>
                  </a:lnTo>
                  <a:lnTo>
                    <a:pt x="31361" y="21647"/>
                  </a:lnTo>
                  <a:lnTo>
                    <a:pt x="31486" y="21612"/>
                  </a:lnTo>
                  <a:lnTo>
                    <a:pt x="31619" y="21576"/>
                  </a:lnTo>
                  <a:lnTo>
                    <a:pt x="31744" y="21531"/>
                  </a:lnTo>
                  <a:lnTo>
                    <a:pt x="31869" y="21478"/>
                  </a:lnTo>
                  <a:lnTo>
                    <a:pt x="31985" y="21425"/>
                  </a:lnTo>
                  <a:lnTo>
                    <a:pt x="32110" y="21371"/>
                  </a:lnTo>
                  <a:lnTo>
                    <a:pt x="32216" y="21309"/>
                  </a:lnTo>
                  <a:lnTo>
                    <a:pt x="32332" y="21237"/>
                  </a:lnTo>
                  <a:lnTo>
                    <a:pt x="32439" y="21166"/>
                  </a:lnTo>
                  <a:lnTo>
                    <a:pt x="32546" y="21086"/>
                  </a:lnTo>
                  <a:lnTo>
                    <a:pt x="32644" y="21006"/>
                  </a:lnTo>
                  <a:lnTo>
                    <a:pt x="32742" y="20917"/>
                  </a:lnTo>
                  <a:lnTo>
                    <a:pt x="32840" y="20827"/>
                  </a:lnTo>
                  <a:lnTo>
                    <a:pt x="32929" y="20729"/>
                  </a:lnTo>
                  <a:lnTo>
                    <a:pt x="33019" y="20631"/>
                  </a:lnTo>
                  <a:lnTo>
                    <a:pt x="33099" y="20533"/>
                  </a:lnTo>
                  <a:lnTo>
                    <a:pt x="33179" y="20426"/>
                  </a:lnTo>
                  <a:lnTo>
                    <a:pt x="33250" y="20319"/>
                  </a:lnTo>
                  <a:lnTo>
                    <a:pt x="33313" y="20204"/>
                  </a:lnTo>
                  <a:lnTo>
                    <a:pt x="33384" y="20097"/>
                  </a:lnTo>
                  <a:lnTo>
                    <a:pt x="33437" y="19972"/>
                  </a:lnTo>
                  <a:lnTo>
                    <a:pt x="33491" y="19856"/>
                  </a:lnTo>
                  <a:lnTo>
                    <a:pt x="33544" y="19731"/>
                  </a:lnTo>
                  <a:lnTo>
                    <a:pt x="33589" y="19607"/>
                  </a:lnTo>
                  <a:lnTo>
                    <a:pt x="33625" y="19473"/>
                  </a:lnTo>
                  <a:lnTo>
                    <a:pt x="33660" y="19348"/>
                  </a:lnTo>
                  <a:lnTo>
                    <a:pt x="33687" y="19214"/>
                  </a:lnTo>
                  <a:lnTo>
                    <a:pt x="34034" y="19366"/>
                  </a:lnTo>
                  <a:lnTo>
                    <a:pt x="34400" y="19491"/>
                  </a:lnTo>
                  <a:lnTo>
                    <a:pt x="34765" y="19607"/>
                  </a:lnTo>
                  <a:lnTo>
                    <a:pt x="35140" y="19696"/>
                  </a:lnTo>
                  <a:lnTo>
                    <a:pt x="35523" y="19767"/>
                  </a:lnTo>
                  <a:lnTo>
                    <a:pt x="35915" y="19820"/>
                  </a:lnTo>
                  <a:lnTo>
                    <a:pt x="36111" y="19838"/>
                  </a:lnTo>
                  <a:lnTo>
                    <a:pt x="36307" y="19856"/>
                  </a:lnTo>
                  <a:lnTo>
                    <a:pt x="36512" y="19865"/>
                  </a:lnTo>
                  <a:lnTo>
                    <a:pt x="36708" y="19865"/>
                  </a:lnTo>
                  <a:lnTo>
                    <a:pt x="37082" y="19856"/>
                  </a:lnTo>
                  <a:lnTo>
                    <a:pt x="37457" y="19829"/>
                  </a:lnTo>
                  <a:lnTo>
                    <a:pt x="37822" y="19785"/>
                  </a:lnTo>
                  <a:lnTo>
                    <a:pt x="38187" y="19722"/>
                  </a:lnTo>
                  <a:lnTo>
                    <a:pt x="38544" y="19633"/>
                  </a:lnTo>
                  <a:lnTo>
                    <a:pt x="38891" y="19535"/>
                  </a:lnTo>
                  <a:lnTo>
                    <a:pt x="39230" y="19419"/>
                  </a:lnTo>
                  <a:lnTo>
                    <a:pt x="39560" y="19295"/>
                  </a:lnTo>
                  <a:lnTo>
                    <a:pt x="39890" y="19143"/>
                  </a:lnTo>
                  <a:lnTo>
                    <a:pt x="40201" y="18983"/>
                  </a:lnTo>
                  <a:lnTo>
                    <a:pt x="40513" y="18804"/>
                  </a:lnTo>
                  <a:lnTo>
                    <a:pt x="40807" y="18617"/>
                  </a:lnTo>
                  <a:lnTo>
                    <a:pt x="41093" y="18412"/>
                  </a:lnTo>
                  <a:lnTo>
                    <a:pt x="41369" y="18190"/>
                  </a:lnTo>
                  <a:lnTo>
                    <a:pt x="41636" y="17967"/>
                  </a:lnTo>
                  <a:lnTo>
                    <a:pt x="41895" y="17717"/>
                  </a:lnTo>
                  <a:lnTo>
                    <a:pt x="42135" y="17468"/>
                  </a:lnTo>
                  <a:lnTo>
                    <a:pt x="42367" y="17200"/>
                  </a:lnTo>
                  <a:lnTo>
                    <a:pt x="42581" y="16924"/>
                  </a:lnTo>
                  <a:lnTo>
                    <a:pt x="42786" y="16639"/>
                  </a:lnTo>
                  <a:lnTo>
                    <a:pt x="42973" y="16336"/>
                  </a:lnTo>
                  <a:lnTo>
                    <a:pt x="43151" y="16033"/>
                  </a:lnTo>
                  <a:lnTo>
                    <a:pt x="43312" y="15712"/>
                  </a:lnTo>
                  <a:lnTo>
                    <a:pt x="43463" y="15391"/>
                  </a:lnTo>
                  <a:lnTo>
                    <a:pt x="43597" y="15061"/>
                  </a:lnTo>
                  <a:lnTo>
                    <a:pt x="43704" y="14714"/>
                  </a:lnTo>
                  <a:lnTo>
                    <a:pt x="43811" y="14366"/>
                  </a:lnTo>
                  <a:lnTo>
                    <a:pt x="43891" y="14019"/>
                  </a:lnTo>
                  <a:lnTo>
                    <a:pt x="43953" y="13653"/>
                  </a:lnTo>
                  <a:lnTo>
                    <a:pt x="43998" y="13288"/>
                  </a:lnTo>
                  <a:lnTo>
                    <a:pt x="44025" y="12914"/>
                  </a:lnTo>
                  <a:lnTo>
                    <a:pt x="44034" y="12539"/>
                  </a:lnTo>
                  <a:lnTo>
                    <a:pt x="44025" y="12165"/>
                  </a:lnTo>
                  <a:lnTo>
                    <a:pt x="43998" y="11791"/>
                  </a:lnTo>
                  <a:lnTo>
                    <a:pt x="43953" y="11425"/>
                  </a:lnTo>
                  <a:lnTo>
                    <a:pt x="43891" y="11060"/>
                  </a:lnTo>
                  <a:lnTo>
                    <a:pt x="43811" y="10704"/>
                  </a:lnTo>
                  <a:lnTo>
                    <a:pt x="43704" y="10356"/>
                  </a:lnTo>
                  <a:lnTo>
                    <a:pt x="43597" y="10017"/>
                  </a:lnTo>
                  <a:lnTo>
                    <a:pt x="43463" y="9688"/>
                  </a:lnTo>
                  <a:lnTo>
                    <a:pt x="43312" y="9358"/>
                  </a:lnTo>
                  <a:lnTo>
                    <a:pt x="43151" y="9046"/>
                  </a:lnTo>
                  <a:lnTo>
                    <a:pt x="42973" y="8734"/>
                  </a:lnTo>
                  <a:lnTo>
                    <a:pt x="42786" y="8440"/>
                  </a:lnTo>
                  <a:lnTo>
                    <a:pt x="42581" y="8155"/>
                  </a:lnTo>
                  <a:lnTo>
                    <a:pt x="42367" y="7879"/>
                  </a:lnTo>
                  <a:lnTo>
                    <a:pt x="42135" y="7611"/>
                  </a:lnTo>
                  <a:lnTo>
                    <a:pt x="41895" y="7353"/>
                  </a:lnTo>
                  <a:lnTo>
                    <a:pt x="41636" y="7112"/>
                  </a:lnTo>
                  <a:lnTo>
                    <a:pt x="41369" y="6880"/>
                  </a:lnTo>
                  <a:lnTo>
                    <a:pt x="41093" y="6667"/>
                  </a:lnTo>
                  <a:lnTo>
                    <a:pt x="40807" y="6462"/>
                  </a:lnTo>
                  <a:lnTo>
                    <a:pt x="40513" y="6274"/>
                  </a:lnTo>
                  <a:lnTo>
                    <a:pt x="40201" y="6096"/>
                  </a:lnTo>
                  <a:lnTo>
                    <a:pt x="39890" y="5936"/>
                  </a:lnTo>
                  <a:lnTo>
                    <a:pt x="39560" y="5784"/>
                  </a:lnTo>
                  <a:lnTo>
                    <a:pt x="39230" y="5651"/>
                  </a:lnTo>
                  <a:lnTo>
                    <a:pt x="38891" y="5544"/>
                  </a:lnTo>
                  <a:lnTo>
                    <a:pt x="38544" y="5437"/>
                  </a:lnTo>
                  <a:lnTo>
                    <a:pt x="38187" y="5356"/>
                  </a:lnTo>
                  <a:lnTo>
                    <a:pt x="37822" y="5294"/>
                  </a:lnTo>
                  <a:lnTo>
                    <a:pt x="37457" y="5250"/>
                  </a:lnTo>
                  <a:lnTo>
                    <a:pt x="37082" y="5223"/>
                  </a:lnTo>
                  <a:lnTo>
                    <a:pt x="36708" y="5214"/>
                  </a:lnTo>
                  <a:lnTo>
                    <a:pt x="36459" y="5214"/>
                  </a:lnTo>
                  <a:lnTo>
                    <a:pt x="36209" y="5232"/>
                  </a:lnTo>
                  <a:lnTo>
                    <a:pt x="35959" y="5250"/>
                  </a:lnTo>
                  <a:lnTo>
                    <a:pt x="35710" y="5276"/>
                  </a:lnTo>
                  <a:lnTo>
                    <a:pt x="35469" y="5312"/>
                  </a:lnTo>
                  <a:lnTo>
                    <a:pt x="35229" y="5365"/>
                  </a:lnTo>
                  <a:lnTo>
                    <a:pt x="34988" y="5419"/>
                  </a:lnTo>
                  <a:lnTo>
                    <a:pt x="34756" y="5472"/>
                  </a:lnTo>
                  <a:lnTo>
                    <a:pt x="34765" y="5312"/>
                  </a:lnTo>
                  <a:lnTo>
                    <a:pt x="34774" y="5143"/>
                  </a:lnTo>
                  <a:lnTo>
                    <a:pt x="34765" y="4991"/>
                  </a:lnTo>
                  <a:lnTo>
                    <a:pt x="34756" y="4831"/>
                  </a:lnTo>
                  <a:lnTo>
                    <a:pt x="34739" y="4679"/>
                  </a:lnTo>
                  <a:lnTo>
                    <a:pt x="34712" y="4528"/>
                  </a:lnTo>
                  <a:lnTo>
                    <a:pt x="34676" y="4376"/>
                  </a:lnTo>
                  <a:lnTo>
                    <a:pt x="34632" y="4234"/>
                  </a:lnTo>
                  <a:lnTo>
                    <a:pt x="34587" y="4091"/>
                  </a:lnTo>
                  <a:lnTo>
                    <a:pt x="34534" y="3957"/>
                  </a:lnTo>
                  <a:lnTo>
                    <a:pt x="34471" y="3815"/>
                  </a:lnTo>
                  <a:lnTo>
                    <a:pt x="34400" y="3690"/>
                  </a:lnTo>
                  <a:lnTo>
                    <a:pt x="34329" y="3556"/>
                  </a:lnTo>
                  <a:lnTo>
                    <a:pt x="34248" y="3431"/>
                  </a:lnTo>
                  <a:lnTo>
                    <a:pt x="34168" y="3316"/>
                  </a:lnTo>
                  <a:lnTo>
                    <a:pt x="34070" y="3200"/>
                  </a:lnTo>
                  <a:lnTo>
                    <a:pt x="33981" y="3084"/>
                  </a:lnTo>
                  <a:lnTo>
                    <a:pt x="33874" y="2977"/>
                  </a:lnTo>
                  <a:lnTo>
                    <a:pt x="33767" y="2879"/>
                  </a:lnTo>
                  <a:lnTo>
                    <a:pt x="33660" y="2781"/>
                  </a:lnTo>
                  <a:lnTo>
                    <a:pt x="33544" y="2692"/>
                  </a:lnTo>
                  <a:lnTo>
                    <a:pt x="33420" y="2603"/>
                  </a:lnTo>
                  <a:lnTo>
                    <a:pt x="33295" y="2522"/>
                  </a:lnTo>
                  <a:lnTo>
                    <a:pt x="33170" y="2451"/>
                  </a:lnTo>
                  <a:lnTo>
                    <a:pt x="33036" y="2389"/>
                  </a:lnTo>
                  <a:lnTo>
                    <a:pt x="32903" y="2326"/>
                  </a:lnTo>
                  <a:lnTo>
                    <a:pt x="32760" y="2273"/>
                  </a:lnTo>
                  <a:lnTo>
                    <a:pt x="32617" y="2219"/>
                  </a:lnTo>
                  <a:lnTo>
                    <a:pt x="32475" y="2184"/>
                  </a:lnTo>
                  <a:lnTo>
                    <a:pt x="32332" y="2148"/>
                  </a:lnTo>
                  <a:lnTo>
                    <a:pt x="32181" y="2121"/>
                  </a:lnTo>
                  <a:lnTo>
                    <a:pt x="32020" y="2104"/>
                  </a:lnTo>
                  <a:lnTo>
                    <a:pt x="31869" y="2086"/>
                  </a:lnTo>
                  <a:lnTo>
                    <a:pt x="31530" y="2086"/>
                  </a:lnTo>
                  <a:lnTo>
                    <a:pt x="31352" y="2104"/>
                  </a:lnTo>
                  <a:lnTo>
                    <a:pt x="31183" y="2130"/>
                  </a:lnTo>
                  <a:lnTo>
                    <a:pt x="31004" y="2166"/>
                  </a:lnTo>
                  <a:lnTo>
                    <a:pt x="30844" y="2211"/>
                  </a:lnTo>
                  <a:lnTo>
                    <a:pt x="30675" y="2264"/>
                  </a:lnTo>
                  <a:lnTo>
                    <a:pt x="30514" y="2326"/>
                  </a:lnTo>
                  <a:lnTo>
                    <a:pt x="30363" y="2398"/>
                  </a:lnTo>
                  <a:lnTo>
                    <a:pt x="30211" y="2478"/>
                  </a:lnTo>
                  <a:lnTo>
                    <a:pt x="30069" y="2567"/>
                  </a:lnTo>
                  <a:lnTo>
                    <a:pt x="29926" y="2656"/>
                  </a:lnTo>
                  <a:lnTo>
                    <a:pt x="29792" y="2763"/>
                  </a:lnTo>
                  <a:lnTo>
                    <a:pt x="29668" y="2870"/>
                  </a:lnTo>
                  <a:lnTo>
                    <a:pt x="29543" y="2986"/>
                  </a:lnTo>
                  <a:lnTo>
                    <a:pt x="29427" y="3111"/>
                  </a:lnTo>
                  <a:lnTo>
                    <a:pt x="29320" y="3235"/>
                  </a:lnTo>
                  <a:lnTo>
                    <a:pt x="29178" y="3057"/>
                  </a:lnTo>
                  <a:lnTo>
                    <a:pt x="29026" y="2879"/>
                  </a:lnTo>
                  <a:lnTo>
                    <a:pt x="28875" y="2701"/>
                  </a:lnTo>
                  <a:lnTo>
                    <a:pt x="28714" y="2531"/>
                  </a:lnTo>
                  <a:lnTo>
                    <a:pt x="28554" y="2371"/>
                  </a:lnTo>
                  <a:lnTo>
                    <a:pt x="28384" y="2211"/>
                  </a:lnTo>
                  <a:lnTo>
                    <a:pt x="28215" y="2050"/>
                  </a:lnTo>
                  <a:lnTo>
                    <a:pt x="28046" y="1899"/>
                  </a:lnTo>
                  <a:lnTo>
                    <a:pt x="27859" y="1756"/>
                  </a:lnTo>
                  <a:lnTo>
                    <a:pt x="27680" y="1613"/>
                  </a:lnTo>
                  <a:lnTo>
                    <a:pt x="27493" y="1480"/>
                  </a:lnTo>
                  <a:lnTo>
                    <a:pt x="27297" y="1346"/>
                  </a:lnTo>
                  <a:lnTo>
                    <a:pt x="27101" y="1221"/>
                  </a:lnTo>
                  <a:lnTo>
                    <a:pt x="26905" y="1105"/>
                  </a:lnTo>
                  <a:lnTo>
                    <a:pt x="26700" y="990"/>
                  </a:lnTo>
                  <a:lnTo>
                    <a:pt x="26495" y="883"/>
                  </a:lnTo>
                  <a:lnTo>
                    <a:pt x="26281" y="776"/>
                  </a:lnTo>
                  <a:lnTo>
                    <a:pt x="26067" y="678"/>
                  </a:lnTo>
                  <a:lnTo>
                    <a:pt x="25853" y="589"/>
                  </a:lnTo>
                  <a:lnTo>
                    <a:pt x="25631" y="508"/>
                  </a:lnTo>
                  <a:lnTo>
                    <a:pt x="25408" y="428"/>
                  </a:lnTo>
                  <a:lnTo>
                    <a:pt x="25185" y="357"/>
                  </a:lnTo>
                  <a:lnTo>
                    <a:pt x="24953" y="286"/>
                  </a:lnTo>
                  <a:lnTo>
                    <a:pt x="24722" y="232"/>
                  </a:lnTo>
                  <a:lnTo>
                    <a:pt x="24490" y="179"/>
                  </a:lnTo>
                  <a:lnTo>
                    <a:pt x="24249" y="125"/>
                  </a:lnTo>
                  <a:lnTo>
                    <a:pt x="24018" y="90"/>
                  </a:lnTo>
                  <a:lnTo>
                    <a:pt x="23777" y="54"/>
                  </a:lnTo>
                  <a:lnTo>
                    <a:pt x="23527" y="36"/>
                  </a:lnTo>
                  <a:lnTo>
                    <a:pt x="23287" y="9"/>
                  </a:lnTo>
                  <a:lnTo>
                    <a:pt x="230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281200" y="2735275"/>
              <a:ext cx="574625" cy="174250"/>
            </a:xfrm>
            <a:custGeom>
              <a:rect b="b" l="l" r="r" t="t"/>
              <a:pathLst>
                <a:path extrusionOk="0" h="6970" w="22985">
                  <a:moveTo>
                    <a:pt x="22797" y="0"/>
                  </a:moveTo>
                  <a:lnTo>
                    <a:pt x="3752" y="562"/>
                  </a:lnTo>
                  <a:lnTo>
                    <a:pt x="2585" y="589"/>
                  </a:lnTo>
                  <a:lnTo>
                    <a:pt x="1" y="6969"/>
                  </a:lnTo>
                  <a:lnTo>
                    <a:pt x="20908" y="6355"/>
                  </a:lnTo>
                  <a:lnTo>
                    <a:pt x="21291" y="4670"/>
                  </a:lnTo>
                  <a:lnTo>
                    <a:pt x="22984" y="3841"/>
                  </a:lnTo>
                  <a:lnTo>
                    <a:pt x="22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4375000" y="2575525"/>
              <a:ext cx="557675" cy="173800"/>
            </a:xfrm>
            <a:custGeom>
              <a:rect b="b" l="l" r="r" t="t"/>
              <a:pathLst>
                <a:path extrusionOk="0" h="6952" w="22307">
                  <a:moveTo>
                    <a:pt x="22164" y="1"/>
                  </a:moveTo>
                  <a:lnTo>
                    <a:pt x="2585" y="571"/>
                  </a:lnTo>
                  <a:lnTo>
                    <a:pt x="0" y="6952"/>
                  </a:lnTo>
                  <a:lnTo>
                    <a:pt x="19045" y="6390"/>
                  </a:lnTo>
                  <a:lnTo>
                    <a:pt x="19001" y="5365"/>
                  </a:lnTo>
                  <a:lnTo>
                    <a:pt x="20525" y="4893"/>
                  </a:lnTo>
                  <a:lnTo>
                    <a:pt x="20908" y="2318"/>
                  </a:lnTo>
                  <a:lnTo>
                    <a:pt x="22307" y="2211"/>
                  </a:lnTo>
                  <a:lnTo>
                    <a:pt x="221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4430025" y="2408425"/>
              <a:ext cx="532725" cy="181825"/>
            </a:xfrm>
            <a:custGeom>
              <a:rect b="b" l="l" r="r" t="t"/>
              <a:pathLst>
                <a:path extrusionOk="0" h="7273" w="21309">
                  <a:moveTo>
                    <a:pt x="19705" y="1"/>
                  </a:moveTo>
                  <a:lnTo>
                    <a:pt x="2594" y="892"/>
                  </a:lnTo>
                  <a:lnTo>
                    <a:pt x="1" y="7273"/>
                  </a:lnTo>
                  <a:lnTo>
                    <a:pt x="1" y="7273"/>
                  </a:lnTo>
                  <a:lnTo>
                    <a:pt x="384" y="7255"/>
                  </a:lnTo>
                  <a:lnTo>
                    <a:pt x="19963" y="6685"/>
                  </a:lnTo>
                  <a:lnTo>
                    <a:pt x="19963" y="6622"/>
                  </a:lnTo>
                  <a:lnTo>
                    <a:pt x="21309" y="5981"/>
                  </a:lnTo>
                  <a:lnTo>
                    <a:pt x="19928" y="2790"/>
                  </a:lnTo>
                  <a:lnTo>
                    <a:pt x="20721" y="1605"/>
                  </a:lnTo>
                  <a:lnTo>
                    <a:pt x="1970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584650" y="2924425"/>
              <a:ext cx="426025" cy="834625"/>
            </a:xfrm>
            <a:custGeom>
              <a:rect b="b" l="l" r="r" t="t"/>
              <a:pathLst>
                <a:path extrusionOk="0" h="33385" w="17041">
                  <a:moveTo>
                    <a:pt x="11782" y="1"/>
                  </a:moveTo>
                  <a:lnTo>
                    <a:pt x="1" y="348"/>
                  </a:lnTo>
                  <a:lnTo>
                    <a:pt x="5232" y="33384"/>
                  </a:lnTo>
                  <a:lnTo>
                    <a:pt x="15561" y="33081"/>
                  </a:lnTo>
                  <a:lnTo>
                    <a:pt x="13689" y="31388"/>
                  </a:lnTo>
                  <a:lnTo>
                    <a:pt x="15026" y="30568"/>
                  </a:lnTo>
                  <a:lnTo>
                    <a:pt x="14197" y="29053"/>
                  </a:lnTo>
                  <a:lnTo>
                    <a:pt x="17040" y="27306"/>
                  </a:lnTo>
                  <a:lnTo>
                    <a:pt x="12816" y="22423"/>
                  </a:lnTo>
                  <a:lnTo>
                    <a:pt x="14634" y="21264"/>
                  </a:lnTo>
                  <a:lnTo>
                    <a:pt x="12718" y="19268"/>
                  </a:lnTo>
                  <a:lnTo>
                    <a:pt x="15044" y="18573"/>
                  </a:lnTo>
                  <a:lnTo>
                    <a:pt x="13814" y="16078"/>
                  </a:lnTo>
                  <a:lnTo>
                    <a:pt x="16069" y="14999"/>
                  </a:lnTo>
                  <a:lnTo>
                    <a:pt x="12103" y="10695"/>
                  </a:lnTo>
                  <a:lnTo>
                    <a:pt x="14393" y="9224"/>
                  </a:lnTo>
                  <a:lnTo>
                    <a:pt x="13538" y="6729"/>
                  </a:lnTo>
                  <a:lnTo>
                    <a:pt x="16398" y="5419"/>
                  </a:lnTo>
                  <a:lnTo>
                    <a:pt x="117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4389700" y="2891900"/>
              <a:ext cx="489525" cy="47025"/>
            </a:xfrm>
            <a:custGeom>
              <a:rect b="b" l="l" r="r" t="t"/>
              <a:pathLst>
                <a:path extrusionOk="0" h="1881" w="19581">
                  <a:moveTo>
                    <a:pt x="19544" y="0"/>
                  </a:moveTo>
                  <a:lnTo>
                    <a:pt x="1" y="580"/>
                  </a:lnTo>
                  <a:lnTo>
                    <a:pt x="45" y="1881"/>
                  </a:lnTo>
                  <a:lnTo>
                    <a:pt x="19580" y="1302"/>
                  </a:lnTo>
                  <a:lnTo>
                    <a:pt x="195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902225" y="2931325"/>
              <a:ext cx="961175" cy="647475"/>
            </a:xfrm>
            <a:custGeom>
              <a:rect b="b" l="l" r="r" t="t"/>
              <a:pathLst>
                <a:path extrusionOk="0" h="25899" w="38447">
                  <a:moveTo>
                    <a:pt x="29855" y="1"/>
                  </a:moveTo>
                  <a:lnTo>
                    <a:pt x="1" y="874"/>
                  </a:lnTo>
                  <a:lnTo>
                    <a:pt x="731" y="25899"/>
                  </a:lnTo>
                  <a:lnTo>
                    <a:pt x="38437" y="24794"/>
                  </a:lnTo>
                  <a:lnTo>
                    <a:pt x="38446" y="24722"/>
                  </a:lnTo>
                  <a:lnTo>
                    <a:pt x="36717" y="21140"/>
                  </a:lnTo>
                  <a:lnTo>
                    <a:pt x="37626" y="20329"/>
                  </a:lnTo>
                  <a:lnTo>
                    <a:pt x="36673" y="19723"/>
                  </a:lnTo>
                  <a:lnTo>
                    <a:pt x="38197" y="16203"/>
                  </a:lnTo>
                  <a:lnTo>
                    <a:pt x="35951" y="9269"/>
                  </a:lnTo>
                  <a:lnTo>
                    <a:pt x="36922" y="7612"/>
                  </a:lnTo>
                  <a:lnTo>
                    <a:pt x="35853" y="5927"/>
                  </a:lnTo>
                  <a:lnTo>
                    <a:pt x="37163" y="4385"/>
                  </a:lnTo>
                  <a:lnTo>
                    <a:pt x="29855" y="1"/>
                  </a:lnTo>
                  <a:close/>
                </a:path>
              </a:pathLst>
            </a:custGeom>
            <a:solidFill>
              <a:srgbClr val="FFE9CD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822475" y="2408425"/>
              <a:ext cx="1100175" cy="514475"/>
            </a:xfrm>
            <a:custGeom>
              <a:rect b="b" l="l" r="r" t="t"/>
              <a:pathLst>
                <a:path extrusionOk="0" h="20579" w="44007">
                  <a:moveTo>
                    <a:pt x="44007" y="1"/>
                  </a:moveTo>
                  <a:lnTo>
                    <a:pt x="13956" y="883"/>
                  </a:lnTo>
                  <a:lnTo>
                    <a:pt x="0" y="20578"/>
                  </a:lnTo>
                  <a:lnTo>
                    <a:pt x="3155" y="20489"/>
                  </a:lnTo>
                  <a:lnTo>
                    <a:pt x="29062" y="19732"/>
                  </a:lnTo>
                  <a:lnTo>
                    <a:pt x="37706" y="16764"/>
                  </a:lnTo>
                  <a:lnTo>
                    <a:pt x="35309" y="14937"/>
                  </a:lnTo>
                  <a:lnTo>
                    <a:pt x="36851" y="12549"/>
                  </a:lnTo>
                  <a:lnTo>
                    <a:pt x="34150" y="11586"/>
                  </a:lnTo>
                  <a:lnTo>
                    <a:pt x="41342" y="6087"/>
                  </a:lnTo>
                  <a:lnTo>
                    <a:pt x="39426" y="5170"/>
                  </a:lnTo>
                  <a:lnTo>
                    <a:pt x="42251" y="3441"/>
                  </a:lnTo>
                  <a:lnTo>
                    <a:pt x="40371" y="2442"/>
                  </a:lnTo>
                  <a:lnTo>
                    <a:pt x="44007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920500" y="3551150"/>
              <a:ext cx="946900" cy="231075"/>
            </a:xfrm>
            <a:custGeom>
              <a:rect b="b" l="l" r="r" t="t"/>
              <a:pathLst>
                <a:path extrusionOk="0" h="9243" w="37876">
                  <a:moveTo>
                    <a:pt x="37706" y="1"/>
                  </a:moveTo>
                  <a:lnTo>
                    <a:pt x="0" y="1106"/>
                  </a:lnTo>
                  <a:lnTo>
                    <a:pt x="241" y="9242"/>
                  </a:lnTo>
                  <a:lnTo>
                    <a:pt x="36334" y="8182"/>
                  </a:lnTo>
                  <a:lnTo>
                    <a:pt x="37876" y="5267"/>
                  </a:lnTo>
                  <a:lnTo>
                    <a:pt x="36922" y="3744"/>
                  </a:lnTo>
                  <a:lnTo>
                    <a:pt x="377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036800" y="3725150"/>
              <a:ext cx="755750" cy="53950"/>
            </a:xfrm>
            <a:custGeom>
              <a:rect b="b" l="l" r="r" t="t"/>
              <a:pathLst>
                <a:path extrusionOk="0" h="2158" w="30230">
                  <a:moveTo>
                    <a:pt x="30194" y="1"/>
                  </a:moveTo>
                  <a:lnTo>
                    <a:pt x="0" y="892"/>
                  </a:lnTo>
                  <a:lnTo>
                    <a:pt x="36" y="2157"/>
                  </a:lnTo>
                  <a:lnTo>
                    <a:pt x="30229" y="1266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4035900" y="3693750"/>
              <a:ext cx="755750" cy="53700"/>
            </a:xfrm>
            <a:custGeom>
              <a:rect b="b" l="l" r="r" t="t"/>
              <a:pathLst>
                <a:path extrusionOk="0" h="2148" w="30230">
                  <a:moveTo>
                    <a:pt x="30194" y="0"/>
                  </a:moveTo>
                  <a:lnTo>
                    <a:pt x="1" y="882"/>
                  </a:lnTo>
                  <a:lnTo>
                    <a:pt x="36" y="2148"/>
                  </a:lnTo>
                  <a:lnTo>
                    <a:pt x="30230" y="1257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4034800" y="3662100"/>
              <a:ext cx="755975" cy="53725"/>
            </a:xfrm>
            <a:custGeom>
              <a:rect b="b" l="l" r="r" t="t"/>
              <a:pathLst>
                <a:path extrusionOk="0" h="2149" w="30239">
                  <a:moveTo>
                    <a:pt x="30202" y="1"/>
                  </a:moveTo>
                  <a:lnTo>
                    <a:pt x="0" y="892"/>
                  </a:lnTo>
                  <a:lnTo>
                    <a:pt x="45" y="2148"/>
                  </a:lnTo>
                  <a:lnTo>
                    <a:pt x="30238" y="1266"/>
                  </a:lnTo>
                  <a:lnTo>
                    <a:pt x="30202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4033900" y="3630475"/>
              <a:ext cx="755975" cy="53925"/>
            </a:xfrm>
            <a:custGeom>
              <a:rect b="b" l="l" r="r" t="t"/>
              <a:pathLst>
                <a:path extrusionOk="0" h="2157" w="30239">
                  <a:moveTo>
                    <a:pt x="30194" y="0"/>
                  </a:moveTo>
                  <a:lnTo>
                    <a:pt x="0" y="891"/>
                  </a:lnTo>
                  <a:lnTo>
                    <a:pt x="36" y="2157"/>
                  </a:lnTo>
                  <a:lnTo>
                    <a:pt x="30238" y="1266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4033000" y="3599050"/>
              <a:ext cx="755750" cy="53725"/>
            </a:xfrm>
            <a:custGeom>
              <a:rect b="b" l="l" r="r" t="t"/>
              <a:pathLst>
                <a:path extrusionOk="0" h="2149" w="30230">
                  <a:moveTo>
                    <a:pt x="30194" y="1"/>
                  </a:moveTo>
                  <a:lnTo>
                    <a:pt x="1" y="892"/>
                  </a:lnTo>
                  <a:lnTo>
                    <a:pt x="36" y="2148"/>
                  </a:lnTo>
                  <a:lnTo>
                    <a:pt x="30230" y="1257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4032125" y="3567425"/>
              <a:ext cx="755750" cy="53925"/>
            </a:xfrm>
            <a:custGeom>
              <a:rect b="b" l="l" r="r" t="t"/>
              <a:pathLst>
                <a:path extrusionOk="0" h="2157" w="30230">
                  <a:moveTo>
                    <a:pt x="30194" y="0"/>
                  </a:moveTo>
                  <a:lnTo>
                    <a:pt x="0" y="891"/>
                  </a:lnTo>
                  <a:lnTo>
                    <a:pt x="36" y="2157"/>
                  </a:lnTo>
                  <a:lnTo>
                    <a:pt x="30229" y="1266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4031225" y="3536000"/>
              <a:ext cx="755750" cy="53725"/>
            </a:xfrm>
            <a:custGeom>
              <a:rect b="b" l="l" r="r" t="t"/>
              <a:pathLst>
                <a:path extrusionOk="0" h="2149" w="30230">
                  <a:moveTo>
                    <a:pt x="30194" y="1"/>
                  </a:moveTo>
                  <a:lnTo>
                    <a:pt x="0" y="883"/>
                  </a:lnTo>
                  <a:lnTo>
                    <a:pt x="36" y="2148"/>
                  </a:lnTo>
                  <a:lnTo>
                    <a:pt x="30230" y="1257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030325" y="3504375"/>
              <a:ext cx="755750" cy="53700"/>
            </a:xfrm>
            <a:custGeom>
              <a:rect b="b" l="l" r="r" t="t"/>
              <a:pathLst>
                <a:path extrusionOk="0" h="2148" w="30230">
                  <a:moveTo>
                    <a:pt x="30194" y="0"/>
                  </a:moveTo>
                  <a:lnTo>
                    <a:pt x="1" y="891"/>
                  </a:lnTo>
                  <a:lnTo>
                    <a:pt x="36" y="2148"/>
                  </a:lnTo>
                  <a:lnTo>
                    <a:pt x="30230" y="1266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4029225" y="3472725"/>
              <a:ext cx="755975" cy="53950"/>
            </a:xfrm>
            <a:custGeom>
              <a:rect b="b" l="l" r="r" t="t"/>
              <a:pathLst>
                <a:path extrusionOk="0" h="2158" w="30239">
                  <a:moveTo>
                    <a:pt x="30203" y="1"/>
                  </a:moveTo>
                  <a:lnTo>
                    <a:pt x="0" y="892"/>
                  </a:lnTo>
                  <a:lnTo>
                    <a:pt x="45" y="2157"/>
                  </a:lnTo>
                  <a:lnTo>
                    <a:pt x="30238" y="1266"/>
                  </a:lnTo>
                  <a:lnTo>
                    <a:pt x="30203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4028325" y="3441325"/>
              <a:ext cx="755975" cy="53700"/>
            </a:xfrm>
            <a:custGeom>
              <a:rect b="b" l="l" r="r" t="t"/>
              <a:pathLst>
                <a:path extrusionOk="0" h="2148" w="30239">
                  <a:moveTo>
                    <a:pt x="30194" y="0"/>
                  </a:moveTo>
                  <a:lnTo>
                    <a:pt x="1" y="882"/>
                  </a:lnTo>
                  <a:lnTo>
                    <a:pt x="36" y="2148"/>
                  </a:lnTo>
                  <a:lnTo>
                    <a:pt x="30239" y="1257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4027425" y="3409675"/>
              <a:ext cx="755775" cy="53725"/>
            </a:xfrm>
            <a:custGeom>
              <a:rect b="b" l="l" r="r" t="t"/>
              <a:pathLst>
                <a:path extrusionOk="0" h="2149" w="30231">
                  <a:moveTo>
                    <a:pt x="30194" y="1"/>
                  </a:moveTo>
                  <a:lnTo>
                    <a:pt x="1" y="892"/>
                  </a:lnTo>
                  <a:lnTo>
                    <a:pt x="37" y="2148"/>
                  </a:lnTo>
                  <a:lnTo>
                    <a:pt x="30230" y="1266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4026550" y="3378050"/>
              <a:ext cx="755750" cy="53925"/>
            </a:xfrm>
            <a:custGeom>
              <a:rect b="b" l="l" r="r" t="t"/>
              <a:pathLst>
                <a:path extrusionOk="0" h="2157" w="30230">
                  <a:moveTo>
                    <a:pt x="30194" y="0"/>
                  </a:moveTo>
                  <a:lnTo>
                    <a:pt x="0" y="891"/>
                  </a:lnTo>
                  <a:lnTo>
                    <a:pt x="36" y="2157"/>
                  </a:lnTo>
                  <a:lnTo>
                    <a:pt x="30229" y="1266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025650" y="3346625"/>
              <a:ext cx="755750" cy="53725"/>
            </a:xfrm>
            <a:custGeom>
              <a:rect b="b" l="l" r="r" t="t"/>
              <a:pathLst>
                <a:path extrusionOk="0" h="2149" w="30230">
                  <a:moveTo>
                    <a:pt x="30194" y="0"/>
                  </a:moveTo>
                  <a:lnTo>
                    <a:pt x="1" y="883"/>
                  </a:lnTo>
                  <a:lnTo>
                    <a:pt x="36" y="2148"/>
                  </a:lnTo>
                  <a:lnTo>
                    <a:pt x="30230" y="1257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4024775" y="3315000"/>
              <a:ext cx="755750" cy="53700"/>
            </a:xfrm>
            <a:custGeom>
              <a:rect b="b" l="l" r="r" t="t"/>
              <a:pathLst>
                <a:path extrusionOk="0" h="2148" w="30230">
                  <a:moveTo>
                    <a:pt x="30193" y="0"/>
                  </a:moveTo>
                  <a:lnTo>
                    <a:pt x="0" y="891"/>
                  </a:lnTo>
                  <a:lnTo>
                    <a:pt x="36" y="2148"/>
                  </a:lnTo>
                  <a:lnTo>
                    <a:pt x="30229" y="1265"/>
                  </a:lnTo>
                  <a:lnTo>
                    <a:pt x="3019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4023650" y="3283575"/>
              <a:ext cx="755975" cy="53725"/>
            </a:xfrm>
            <a:custGeom>
              <a:rect b="b" l="l" r="r" t="t"/>
              <a:pathLst>
                <a:path extrusionOk="0" h="2149" w="30239">
                  <a:moveTo>
                    <a:pt x="30203" y="0"/>
                  </a:moveTo>
                  <a:lnTo>
                    <a:pt x="0" y="883"/>
                  </a:lnTo>
                  <a:lnTo>
                    <a:pt x="45" y="2148"/>
                  </a:lnTo>
                  <a:lnTo>
                    <a:pt x="30238" y="1257"/>
                  </a:lnTo>
                  <a:lnTo>
                    <a:pt x="30203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4022750" y="3251925"/>
              <a:ext cx="755975" cy="53725"/>
            </a:xfrm>
            <a:custGeom>
              <a:rect b="b" l="l" r="r" t="t"/>
              <a:pathLst>
                <a:path extrusionOk="0" h="2149" w="30239">
                  <a:moveTo>
                    <a:pt x="30194" y="1"/>
                  </a:moveTo>
                  <a:lnTo>
                    <a:pt x="1" y="892"/>
                  </a:lnTo>
                  <a:lnTo>
                    <a:pt x="36" y="2149"/>
                  </a:lnTo>
                  <a:lnTo>
                    <a:pt x="30239" y="1266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4021875" y="3220300"/>
              <a:ext cx="755750" cy="53950"/>
            </a:xfrm>
            <a:custGeom>
              <a:rect b="b" l="l" r="r" t="t"/>
              <a:pathLst>
                <a:path extrusionOk="0" h="2158" w="30230">
                  <a:moveTo>
                    <a:pt x="30194" y="0"/>
                  </a:moveTo>
                  <a:lnTo>
                    <a:pt x="0" y="892"/>
                  </a:lnTo>
                  <a:lnTo>
                    <a:pt x="36" y="2157"/>
                  </a:lnTo>
                  <a:lnTo>
                    <a:pt x="30229" y="1266"/>
                  </a:lnTo>
                  <a:lnTo>
                    <a:pt x="30194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4020975" y="3188875"/>
              <a:ext cx="755750" cy="53725"/>
            </a:xfrm>
            <a:custGeom>
              <a:rect b="b" l="l" r="r" t="t"/>
              <a:pathLst>
                <a:path extrusionOk="0" h="2149" w="30230">
                  <a:moveTo>
                    <a:pt x="30194" y="1"/>
                  </a:moveTo>
                  <a:lnTo>
                    <a:pt x="1" y="883"/>
                  </a:lnTo>
                  <a:lnTo>
                    <a:pt x="36" y="2149"/>
                  </a:lnTo>
                  <a:lnTo>
                    <a:pt x="30230" y="1257"/>
                  </a:lnTo>
                  <a:lnTo>
                    <a:pt x="30194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4020975" y="3210050"/>
              <a:ext cx="53275" cy="569050"/>
            </a:xfrm>
            <a:custGeom>
              <a:rect b="b" l="l" r="r" t="t"/>
              <a:pathLst>
                <a:path extrusionOk="0" h="22762" w="2131">
                  <a:moveTo>
                    <a:pt x="1462" y="1"/>
                  </a:moveTo>
                  <a:lnTo>
                    <a:pt x="1" y="36"/>
                  </a:lnTo>
                  <a:lnTo>
                    <a:pt x="669" y="22761"/>
                  </a:lnTo>
                  <a:lnTo>
                    <a:pt x="2130" y="22717"/>
                  </a:lnTo>
                  <a:lnTo>
                    <a:pt x="1462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739275" y="3188875"/>
              <a:ext cx="53275" cy="569050"/>
            </a:xfrm>
            <a:custGeom>
              <a:rect b="b" l="l" r="r" t="t"/>
              <a:pathLst>
                <a:path extrusionOk="0" h="22762" w="2131">
                  <a:moveTo>
                    <a:pt x="1462" y="1"/>
                  </a:moveTo>
                  <a:lnTo>
                    <a:pt x="0" y="45"/>
                  </a:lnTo>
                  <a:lnTo>
                    <a:pt x="669" y="22762"/>
                  </a:lnTo>
                  <a:lnTo>
                    <a:pt x="2130" y="22717"/>
                  </a:lnTo>
                  <a:lnTo>
                    <a:pt x="1462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4350500" y="3722700"/>
              <a:ext cx="124775" cy="27425"/>
            </a:xfrm>
            <a:custGeom>
              <a:rect b="b" l="l" r="r" t="t"/>
              <a:pathLst>
                <a:path extrusionOk="0" h="1097" w="4991">
                  <a:moveTo>
                    <a:pt x="4492" y="1"/>
                  </a:moveTo>
                  <a:lnTo>
                    <a:pt x="473" y="117"/>
                  </a:lnTo>
                  <a:lnTo>
                    <a:pt x="374" y="125"/>
                  </a:lnTo>
                  <a:lnTo>
                    <a:pt x="285" y="161"/>
                  </a:lnTo>
                  <a:lnTo>
                    <a:pt x="205" y="206"/>
                  </a:lnTo>
                  <a:lnTo>
                    <a:pt x="134" y="268"/>
                  </a:lnTo>
                  <a:lnTo>
                    <a:pt x="71" y="348"/>
                  </a:lnTo>
                  <a:lnTo>
                    <a:pt x="27" y="428"/>
                  </a:lnTo>
                  <a:lnTo>
                    <a:pt x="0" y="527"/>
                  </a:lnTo>
                  <a:lnTo>
                    <a:pt x="0" y="625"/>
                  </a:lnTo>
                  <a:lnTo>
                    <a:pt x="9" y="723"/>
                  </a:lnTo>
                  <a:lnTo>
                    <a:pt x="45" y="812"/>
                  </a:lnTo>
                  <a:lnTo>
                    <a:pt x="89" y="892"/>
                  </a:lnTo>
                  <a:lnTo>
                    <a:pt x="152" y="963"/>
                  </a:lnTo>
                  <a:lnTo>
                    <a:pt x="223" y="1017"/>
                  </a:lnTo>
                  <a:lnTo>
                    <a:pt x="312" y="1061"/>
                  </a:lnTo>
                  <a:lnTo>
                    <a:pt x="401" y="1088"/>
                  </a:lnTo>
                  <a:lnTo>
                    <a:pt x="499" y="1097"/>
                  </a:lnTo>
                  <a:lnTo>
                    <a:pt x="4519" y="981"/>
                  </a:lnTo>
                  <a:lnTo>
                    <a:pt x="4617" y="963"/>
                  </a:lnTo>
                  <a:lnTo>
                    <a:pt x="4706" y="936"/>
                  </a:lnTo>
                  <a:lnTo>
                    <a:pt x="4786" y="883"/>
                  </a:lnTo>
                  <a:lnTo>
                    <a:pt x="4857" y="821"/>
                  </a:lnTo>
                  <a:lnTo>
                    <a:pt x="4920" y="749"/>
                  </a:lnTo>
                  <a:lnTo>
                    <a:pt x="4964" y="669"/>
                  </a:lnTo>
                  <a:lnTo>
                    <a:pt x="4991" y="571"/>
                  </a:lnTo>
                  <a:lnTo>
                    <a:pt x="4991" y="473"/>
                  </a:lnTo>
                  <a:lnTo>
                    <a:pt x="4982" y="375"/>
                  </a:lnTo>
                  <a:lnTo>
                    <a:pt x="4946" y="286"/>
                  </a:lnTo>
                  <a:lnTo>
                    <a:pt x="4902" y="206"/>
                  </a:lnTo>
                  <a:lnTo>
                    <a:pt x="4839" y="134"/>
                  </a:lnTo>
                  <a:lnTo>
                    <a:pt x="4768" y="72"/>
                  </a:lnTo>
                  <a:lnTo>
                    <a:pt x="4679" y="27"/>
                  </a:lnTo>
                  <a:lnTo>
                    <a:pt x="4590" y="10"/>
                  </a:lnTo>
                  <a:lnTo>
                    <a:pt x="4492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4921750" y="2303725"/>
              <a:ext cx="1279550" cy="1523275"/>
            </a:xfrm>
            <a:custGeom>
              <a:rect b="b" l="l" r="r" t="t"/>
              <a:pathLst>
                <a:path extrusionOk="0" h="60931" w="51182">
                  <a:moveTo>
                    <a:pt x="27841" y="0"/>
                  </a:moveTo>
                  <a:lnTo>
                    <a:pt x="2291" y="20676"/>
                  </a:lnTo>
                  <a:lnTo>
                    <a:pt x="0" y="57936"/>
                  </a:lnTo>
                  <a:lnTo>
                    <a:pt x="48900" y="60930"/>
                  </a:lnTo>
                  <a:lnTo>
                    <a:pt x="51181" y="23679"/>
                  </a:lnTo>
                  <a:lnTo>
                    <a:pt x="27841" y="0"/>
                  </a:lnTo>
                  <a:close/>
                </a:path>
              </a:pathLst>
            </a:custGeom>
            <a:solidFill>
              <a:srgbClr val="FFE9CD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4921750" y="3548925"/>
              <a:ext cx="1234750" cy="278075"/>
            </a:xfrm>
            <a:custGeom>
              <a:rect b="b" l="l" r="r" t="t"/>
              <a:pathLst>
                <a:path extrusionOk="0" h="11123" w="49390">
                  <a:moveTo>
                    <a:pt x="499" y="0"/>
                  </a:moveTo>
                  <a:lnTo>
                    <a:pt x="0" y="8128"/>
                  </a:lnTo>
                  <a:lnTo>
                    <a:pt x="48900" y="11122"/>
                  </a:lnTo>
                  <a:lnTo>
                    <a:pt x="49390" y="2995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5043600" y="3711800"/>
              <a:ext cx="596250" cy="84000"/>
            </a:xfrm>
            <a:custGeom>
              <a:rect b="b" l="l" r="r" t="t"/>
              <a:pathLst>
                <a:path extrusionOk="0" h="3360" w="23850">
                  <a:moveTo>
                    <a:pt x="117" y="0"/>
                  </a:moveTo>
                  <a:lnTo>
                    <a:pt x="1" y="1907"/>
                  </a:lnTo>
                  <a:lnTo>
                    <a:pt x="23733" y="3360"/>
                  </a:lnTo>
                  <a:lnTo>
                    <a:pt x="23849" y="1453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106225" y="3667900"/>
              <a:ext cx="477025" cy="76675"/>
            </a:xfrm>
            <a:custGeom>
              <a:rect b="b" l="l" r="r" t="t"/>
              <a:pathLst>
                <a:path extrusionOk="0" h="3067" w="19081">
                  <a:moveTo>
                    <a:pt x="116" y="0"/>
                  </a:moveTo>
                  <a:lnTo>
                    <a:pt x="0" y="1908"/>
                  </a:lnTo>
                  <a:lnTo>
                    <a:pt x="18965" y="3066"/>
                  </a:lnTo>
                  <a:lnTo>
                    <a:pt x="19081" y="1159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158125" y="3623125"/>
              <a:ext cx="379000" cy="70875"/>
            </a:xfrm>
            <a:custGeom>
              <a:rect b="b" l="l" r="r" t="t"/>
              <a:pathLst>
                <a:path extrusionOk="0" h="2835" w="15160">
                  <a:moveTo>
                    <a:pt x="117" y="0"/>
                  </a:moveTo>
                  <a:lnTo>
                    <a:pt x="1" y="1907"/>
                  </a:lnTo>
                  <a:lnTo>
                    <a:pt x="15044" y="2834"/>
                  </a:lnTo>
                  <a:lnTo>
                    <a:pt x="15160" y="927"/>
                  </a:lnTo>
                  <a:lnTo>
                    <a:pt x="117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189775" y="3054975"/>
              <a:ext cx="345800" cy="589100"/>
            </a:xfrm>
            <a:custGeom>
              <a:rect b="b" l="l" r="r" t="t"/>
              <a:pathLst>
                <a:path extrusionOk="0" h="23564" w="13832">
                  <a:moveTo>
                    <a:pt x="1399" y="1"/>
                  </a:moveTo>
                  <a:lnTo>
                    <a:pt x="0" y="22797"/>
                  </a:lnTo>
                  <a:lnTo>
                    <a:pt x="12432" y="23564"/>
                  </a:lnTo>
                  <a:lnTo>
                    <a:pt x="13831" y="758"/>
                  </a:lnTo>
                  <a:lnTo>
                    <a:pt x="1399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5249025" y="3094875"/>
              <a:ext cx="243550" cy="243300"/>
            </a:xfrm>
            <a:custGeom>
              <a:rect b="b" l="l" r="r" t="t"/>
              <a:pathLst>
                <a:path extrusionOk="0" h="9732" w="9742">
                  <a:moveTo>
                    <a:pt x="571" y="0"/>
                  </a:moveTo>
                  <a:lnTo>
                    <a:pt x="1" y="9170"/>
                  </a:lnTo>
                  <a:lnTo>
                    <a:pt x="9180" y="9732"/>
                  </a:lnTo>
                  <a:lnTo>
                    <a:pt x="9741" y="56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5232775" y="3360225"/>
              <a:ext cx="243525" cy="243300"/>
            </a:xfrm>
            <a:custGeom>
              <a:rect b="b" l="l" r="r" t="t"/>
              <a:pathLst>
                <a:path extrusionOk="0" h="9732" w="9741">
                  <a:moveTo>
                    <a:pt x="562" y="0"/>
                  </a:moveTo>
                  <a:lnTo>
                    <a:pt x="0" y="9170"/>
                  </a:lnTo>
                  <a:lnTo>
                    <a:pt x="9170" y="9732"/>
                  </a:lnTo>
                  <a:lnTo>
                    <a:pt x="9741" y="562"/>
                  </a:lnTo>
                  <a:lnTo>
                    <a:pt x="56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454450" y="3333700"/>
              <a:ext cx="45700" cy="45475"/>
            </a:xfrm>
            <a:custGeom>
              <a:rect b="b" l="l" r="r" t="t"/>
              <a:pathLst>
                <a:path extrusionOk="0" h="1819" w="1828">
                  <a:moveTo>
                    <a:pt x="874" y="1"/>
                  </a:moveTo>
                  <a:lnTo>
                    <a:pt x="785" y="10"/>
                  </a:lnTo>
                  <a:lnTo>
                    <a:pt x="696" y="27"/>
                  </a:lnTo>
                  <a:lnTo>
                    <a:pt x="615" y="54"/>
                  </a:lnTo>
                  <a:lnTo>
                    <a:pt x="526" y="81"/>
                  </a:lnTo>
                  <a:lnTo>
                    <a:pt x="455" y="125"/>
                  </a:lnTo>
                  <a:lnTo>
                    <a:pt x="375" y="170"/>
                  </a:lnTo>
                  <a:lnTo>
                    <a:pt x="312" y="232"/>
                  </a:lnTo>
                  <a:lnTo>
                    <a:pt x="250" y="286"/>
                  </a:lnTo>
                  <a:lnTo>
                    <a:pt x="188" y="357"/>
                  </a:lnTo>
                  <a:lnTo>
                    <a:pt x="143" y="428"/>
                  </a:lnTo>
                  <a:lnTo>
                    <a:pt x="99" y="509"/>
                  </a:lnTo>
                  <a:lnTo>
                    <a:pt x="63" y="589"/>
                  </a:lnTo>
                  <a:lnTo>
                    <a:pt x="36" y="669"/>
                  </a:lnTo>
                  <a:lnTo>
                    <a:pt x="18" y="767"/>
                  </a:lnTo>
                  <a:lnTo>
                    <a:pt x="0" y="856"/>
                  </a:lnTo>
                  <a:lnTo>
                    <a:pt x="0" y="945"/>
                  </a:lnTo>
                  <a:lnTo>
                    <a:pt x="9" y="1043"/>
                  </a:lnTo>
                  <a:lnTo>
                    <a:pt x="27" y="1132"/>
                  </a:lnTo>
                  <a:lnTo>
                    <a:pt x="54" y="1213"/>
                  </a:lnTo>
                  <a:lnTo>
                    <a:pt x="90" y="1293"/>
                  </a:lnTo>
                  <a:lnTo>
                    <a:pt x="125" y="1373"/>
                  </a:lnTo>
                  <a:lnTo>
                    <a:pt x="179" y="1444"/>
                  </a:lnTo>
                  <a:lnTo>
                    <a:pt x="232" y="1516"/>
                  </a:lnTo>
                  <a:lnTo>
                    <a:pt x="295" y="1578"/>
                  </a:lnTo>
                  <a:lnTo>
                    <a:pt x="357" y="1631"/>
                  </a:lnTo>
                  <a:lnTo>
                    <a:pt x="428" y="1685"/>
                  </a:lnTo>
                  <a:lnTo>
                    <a:pt x="508" y="1730"/>
                  </a:lnTo>
                  <a:lnTo>
                    <a:pt x="589" y="1765"/>
                  </a:lnTo>
                  <a:lnTo>
                    <a:pt x="678" y="1792"/>
                  </a:lnTo>
                  <a:lnTo>
                    <a:pt x="767" y="1810"/>
                  </a:lnTo>
                  <a:lnTo>
                    <a:pt x="856" y="1819"/>
                  </a:lnTo>
                  <a:lnTo>
                    <a:pt x="954" y="1819"/>
                  </a:lnTo>
                  <a:lnTo>
                    <a:pt x="1043" y="1810"/>
                  </a:lnTo>
                  <a:lnTo>
                    <a:pt x="1132" y="1801"/>
                  </a:lnTo>
                  <a:lnTo>
                    <a:pt x="1212" y="1774"/>
                  </a:lnTo>
                  <a:lnTo>
                    <a:pt x="1302" y="1738"/>
                  </a:lnTo>
                  <a:lnTo>
                    <a:pt x="1373" y="1694"/>
                  </a:lnTo>
                  <a:lnTo>
                    <a:pt x="1453" y="1649"/>
                  </a:lnTo>
                  <a:lnTo>
                    <a:pt x="1515" y="1596"/>
                  </a:lnTo>
                  <a:lnTo>
                    <a:pt x="1578" y="1533"/>
                  </a:lnTo>
                  <a:lnTo>
                    <a:pt x="1640" y="1462"/>
                  </a:lnTo>
                  <a:lnTo>
                    <a:pt x="1685" y="1391"/>
                  </a:lnTo>
                  <a:lnTo>
                    <a:pt x="1729" y="1320"/>
                  </a:lnTo>
                  <a:lnTo>
                    <a:pt x="1765" y="1239"/>
                  </a:lnTo>
                  <a:lnTo>
                    <a:pt x="1792" y="1150"/>
                  </a:lnTo>
                  <a:lnTo>
                    <a:pt x="1810" y="1061"/>
                  </a:lnTo>
                  <a:lnTo>
                    <a:pt x="1827" y="963"/>
                  </a:lnTo>
                  <a:lnTo>
                    <a:pt x="1827" y="874"/>
                  </a:lnTo>
                  <a:lnTo>
                    <a:pt x="1818" y="785"/>
                  </a:lnTo>
                  <a:lnTo>
                    <a:pt x="1801" y="696"/>
                  </a:lnTo>
                  <a:lnTo>
                    <a:pt x="1774" y="607"/>
                  </a:lnTo>
                  <a:lnTo>
                    <a:pt x="1738" y="526"/>
                  </a:lnTo>
                  <a:lnTo>
                    <a:pt x="1703" y="446"/>
                  </a:lnTo>
                  <a:lnTo>
                    <a:pt x="1649" y="375"/>
                  </a:lnTo>
                  <a:lnTo>
                    <a:pt x="1596" y="304"/>
                  </a:lnTo>
                  <a:lnTo>
                    <a:pt x="1533" y="241"/>
                  </a:lnTo>
                  <a:lnTo>
                    <a:pt x="1471" y="188"/>
                  </a:lnTo>
                  <a:lnTo>
                    <a:pt x="1400" y="134"/>
                  </a:lnTo>
                  <a:lnTo>
                    <a:pt x="1319" y="99"/>
                  </a:lnTo>
                  <a:lnTo>
                    <a:pt x="1239" y="63"/>
                  </a:lnTo>
                  <a:lnTo>
                    <a:pt x="1150" y="27"/>
                  </a:lnTo>
                  <a:lnTo>
                    <a:pt x="1061" y="10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615300" y="3080375"/>
              <a:ext cx="420225" cy="406850"/>
            </a:xfrm>
            <a:custGeom>
              <a:rect b="b" l="l" r="r" t="t"/>
              <a:pathLst>
                <a:path extrusionOk="0" h="16274" w="16809">
                  <a:moveTo>
                    <a:pt x="937" y="1"/>
                  </a:moveTo>
                  <a:lnTo>
                    <a:pt x="1" y="15302"/>
                  </a:lnTo>
                  <a:lnTo>
                    <a:pt x="15873" y="16274"/>
                  </a:lnTo>
                  <a:lnTo>
                    <a:pt x="16809" y="972"/>
                  </a:lnTo>
                  <a:lnTo>
                    <a:pt x="937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641375" y="3105550"/>
              <a:ext cx="368075" cy="356500"/>
            </a:xfrm>
            <a:custGeom>
              <a:rect b="b" l="l" r="r" t="t"/>
              <a:pathLst>
                <a:path extrusionOk="0" h="14260" w="14723">
                  <a:moveTo>
                    <a:pt x="820" y="1"/>
                  </a:moveTo>
                  <a:lnTo>
                    <a:pt x="1" y="13413"/>
                  </a:lnTo>
                  <a:lnTo>
                    <a:pt x="13903" y="14260"/>
                  </a:lnTo>
                  <a:lnTo>
                    <a:pt x="14723" y="847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801350" y="3091750"/>
              <a:ext cx="48150" cy="384125"/>
            </a:xfrm>
            <a:custGeom>
              <a:rect b="b" l="l" r="r" t="t"/>
              <a:pathLst>
                <a:path extrusionOk="0" h="15365" w="1926">
                  <a:moveTo>
                    <a:pt x="945" y="0"/>
                  </a:moveTo>
                  <a:lnTo>
                    <a:pt x="0" y="15302"/>
                  </a:lnTo>
                  <a:lnTo>
                    <a:pt x="981" y="15364"/>
                  </a:lnTo>
                  <a:lnTo>
                    <a:pt x="1925" y="6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39375" y="3161025"/>
              <a:ext cx="384125" cy="48150"/>
            </a:xfrm>
            <a:custGeom>
              <a:rect b="b" l="l" r="r" t="t"/>
              <a:pathLst>
                <a:path extrusionOk="0" h="1926" w="15365">
                  <a:moveTo>
                    <a:pt x="63" y="1"/>
                  </a:moveTo>
                  <a:lnTo>
                    <a:pt x="0" y="981"/>
                  </a:lnTo>
                  <a:lnTo>
                    <a:pt x="15311" y="1926"/>
                  </a:lnTo>
                  <a:lnTo>
                    <a:pt x="15364" y="937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26225" y="3376250"/>
              <a:ext cx="384125" cy="47925"/>
            </a:xfrm>
            <a:custGeom>
              <a:rect b="b" l="l" r="r" t="t"/>
              <a:pathLst>
                <a:path extrusionOk="0" h="1917" w="15365">
                  <a:moveTo>
                    <a:pt x="63" y="1"/>
                  </a:moveTo>
                  <a:lnTo>
                    <a:pt x="1" y="981"/>
                  </a:lnTo>
                  <a:lnTo>
                    <a:pt x="15302" y="1917"/>
                  </a:lnTo>
                  <a:lnTo>
                    <a:pt x="15365" y="937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441750" y="2573525"/>
              <a:ext cx="312600" cy="312600"/>
            </a:xfrm>
            <a:custGeom>
              <a:rect b="b" l="l" r="r" t="t"/>
              <a:pathLst>
                <a:path extrusionOk="0" h="12504" w="12504">
                  <a:moveTo>
                    <a:pt x="5989" y="0"/>
                  </a:moveTo>
                  <a:lnTo>
                    <a:pt x="5677" y="18"/>
                  </a:lnTo>
                  <a:lnTo>
                    <a:pt x="5365" y="63"/>
                  </a:lnTo>
                  <a:lnTo>
                    <a:pt x="5062" y="107"/>
                  </a:lnTo>
                  <a:lnTo>
                    <a:pt x="4759" y="179"/>
                  </a:lnTo>
                  <a:lnTo>
                    <a:pt x="4465" y="259"/>
                  </a:lnTo>
                  <a:lnTo>
                    <a:pt x="4171" y="348"/>
                  </a:lnTo>
                  <a:lnTo>
                    <a:pt x="3886" y="455"/>
                  </a:lnTo>
                  <a:lnTo>
                    <a:pt x="3610" y="580"/>
                  </a:lnTo>
                  <a:lnTo>
                    <a:pt x="3342" y="713"/>
                  </a:lnTo>
                  <a:lnTo>
                    <a:pt x="3075" y="865"/>
                  </a:lnTo>
                  <a:lnTo>
                    <a:pt x="2826" y="1016"/>
                  </a:lnTo>
                  <a:lnTo>
                    <a:pt x="2576" y="1195"/>
                  </a:lnTo>
                  <a:lnTo>
                    <a:pt x="2335" y="1373"/>
                  </a:lnTo>
                  <a:lnTo>
                    <a:pt x="2104" y="1569"/>
                  </a:lnTo>
                  <a:lnTo>
                    <a:pt x="1890" y="1774"/>
                  </a:lnTo>
                  <a:lnTo>
                    <a:pt x="1676" y="1988"/>
                  </a:lnTo>
                  <a:lnTo>
                    <a:pt x="1480" y="2210"/>
                  </a:lnTo>
                  <a:lnTo>
                    <a:pt x="1284" y="2442"/>
                  </a:lnTo>
                  <a:lnTo>
                    <a:pt x="1106" y="2683"/>
                  </a:lnTo>
                  <a:lnTo>
                    <a:pt x="945" y="2941"/>
                  </a:lnTo>
                  <a:lnTo>
                    <a:pt x="794" y="3200"/>
                  </a:lnTo>
                  <a:lnTo>
                    <a:pt x="651" y="3467"/>
                  </a:lnTo>
                  <a:lnTo>
                    <a:pt x="517" y="3743"/>
                  </a:lnTo>
                  <a:lnTo>
                    <a:pt x="402" y="4028"/>
                  </a:lnTo>
                  <a:lnTo>
                    <a:pt x="304" y="4323"/>
                  </a:lnTo>
                  <a:lnTo>
                    <a:pt x="214" y="4617"/>
                  </a:lnTo>
                  <a:lnTo>
                    <a:pt x="134" y="4920"/>
                  </a:lnTo>
                  <a:lnTo>
                    <a:pt x="81" y="5232"/>
                  </a:lnTo>
                  <a:lnTo>
                    <a:pt x="36" y="5544"/>
                  </a:lnTo>
                  <a:lnTo>
                    <a:pt x="9" y="5864"/>
                  </a:lnTo>
                  <a:lnTo>
                    <a:pt x="0" y="6185"/>
                  </a:lnTo>
                  <a:lnTo>
                    <a:pt x="0" y="6506"/>
                  </a:lnTo>
                  <a:lnTo>
                    <a:pt x="18" y="6818"/>
                  </a:lnTo>
                  <a:lnTo>
                    <a:pt x="54" y="7130"/>
                  </a:lnTo>
                  <a:lnTo>
                    <a:pt x="107" y="7442"/>
                  </a:lnTo>
                  <a:lnTo>
                    <a:pt x="179" y="7745"/>
                  </a:lnTo>
                  <a:lnTo>
                    <a:pt x="259" y="8039"/>
                  </a:lnTo>
                  <a:lnTo>
                    <a:pt x="348" y="8324"/>
                  </a:lnTo>
                  <a:lnTo>
                    <a:pt x="455" y="8609"/>
                  </a:lnTo>
                  <a:lnTo>
                    <a:pt x="580" y="8885"/>
                  </a:lnTo>
                  <a:lnTo>
                    <a:pt x="713" y="9162"/>
                  </a:lnTo>
                  <a:lnTo>
                    <a:pt x="856" y="9420"/>
                  </a:lnTo>
                  <a:lnTo>
                    <a:pt x="1016" y="9679"/>
                  </a:lnTo>
                  <a:lnTo>
                    <a:pt x="1186" y="9928"/>
                  </a:lnTo>
                  <a:lnTo>
                    <a:pt x="1373" y="10160"/>
                  </a:lnTo>
                  <a:lnTo>
                    <a:pt x="1569" y="10392"/>
                  </a:lnTo>
                  <a:lnTo>
                    <a:pt x="1765" y="10614"/>
                  </a:lnTo>
                  <a:lnTo>
                    <a:pt x="1988" y="10819"/>
                  </a:lnTo>
                  <a:lnTo>
                    <a:pt x="2211" y="11024"/>
                  </a:lnTo>
                  <a:lnTo>
                    <a:pt x="2442" y="11211"/>
                  </a:lnTo>
                  <a:lnTo>
                    <a:pt x="2683" y="11390"/>
                  </a:lnTo>
                  <a:lnTo>
                    <a:pt x="2941" y="11559"/>
                  </a:lnTo>
                  <a:lnTo>
                    <a:pt x="3200" y="11711"/>
                  </a:lnTo>
                  <a:lnTo>
                    <a:pt x="3467" y="11853"/>
                  </a:lnTo>
                  <a:lnTo>
                    <a:pt x="3743" y="11978"/>
                  </a:lnTo>
                  <a:lnTo>
                    <a:pt x="4029" y="12094"/>
                  </a:lnTo>
                  <a:lnTo>
                    <a:pt x="4323" y="12201"/>
                  </a:lnTo>
                  <a:lnTo>
                    <a:pt x="4617" y="12290"/>
                  </a:lnTo>
                  <a:lnTo>
                    <a:pt x="4920" y="12361"/>
                  </a:lnTo>
                  <a:lnTo>
                    <a:pt x="5232" y="12423"/>
                  </a:lnTo>
                  <a:lnTo>
                    <a:pt x="5544" y="12459"/>
                  </a:lnTo>
                  <a:lnTo>
                    <a:pt x="5865" y="12495"/>
                  </a:lnTo>
                  <a:lnTo>
                    <a:pt x="6185" y="12504"/>
                  </a:lnTo>
                  <a:lnTo>
                    <a:pt x="6506" y="12495"/>
                  </a:lnTo>
                  <a:lnTo>
                    <a:pt x="6818" y="12477"/>
                  </a:lnTo>
                  <a:lnTo>
                    <a:pt x="7130" y="12441"/>
                  </a:lnTo>
                  <a:lnTo>
                    <a:pt x="7442" y="12388"/>
                  </a:lnTo>
                  <a:lnTo>
                    <a:pt x="7736" y="12325"/>
                  </a:lnTo>
                  <a:lnTo>
                    <a:pt x="8039" y="12245"/>
                  </a:lnTo>
                  <a:lnTo>
                    <a:pt x="8324" y="12147"/>
                  </a:lnTo>
                  <a:lnTo>
                    <a:pt x="8609" y="12040"/>
                  </a:lnTo>
                  <a:lnTo>
                    <a:pt x="8886" y="11924"/>
                  </a:lnTo>
                  <a:lnTo>
                    <a:pt x="9162" y="11782"/>
                  </a:lnTo>
                  <a:lnTo>
                    <a:pt x="9420" y="11639"/>
                  </a:lnTo>
                  <a:lnTo>
                    <a:pt x="9679" y="11479"/>
                  </a:lnTo>
                  <a:lnTo>
                    <a:pt x="9919" y="11309"/>
                  </a:lnTo>
                  <a:lnTo>
                    <a:pt x="10160" y="11131"/>
                  </a:lnTo>
                  <a:lnTo>
                    <a:pt x="10392" y="10935"/>
                  </a:lnTo>
                  <a:lnTo>
                    <a:pt x="10615" y="10730"/>
                  </a:lnTo>
                  <a:lnTo>
                    <a:pt x="10820" y="10516"/>
                  </a:lnTo>
                  <a:lnTo>
                    <a:pt x="11024" y="10294"/>
                  </a:lnTo>
                  <a:lnTo>
                    <a:pt x="11212" y="10053"/>
                  </a:lnTo>
                  <a:lnTo>
                    <a:pt x="11390" y="9812"/>
                  </a:lnTo>
                  <a:lnTo>
                    <a:pt x="11550" y="9563"/>
                  </a:lnTo>
                  <a:lnTo>
                    <a:pt x="11711" y="9304"/>
                  </a:lnTo>
                  <a:lnTo>
                    <a:pt x="11853" y="9028"/>
                  </a:lnTo>
                  <a:lnTo>
                    <a:pt x="11978" y="8752"/>
                  </a:lnTo>
                  <a:lnTo>
                    <a:pt x="12094" y="8476"/>
                  </a:lnTo>
                  <a:lnTo>
                    <a:pt x="12201" y="8181"/>
                  </a:lnTo>
                  <a:lnTo>
                    <a:pt x="12290" y="7878"/>
                  </a:lnTo>
                  <a:lnTo>
                    <a:pt x="12361" y="7575"/>
                  </a:lnTo>
                  <a:lnTo>
                    <a:pt x="12415" y="7272"/>
                  </a:lnTo>
                  <a:lnTo>
                    <a:pt x="12459" y="6952"/>
                  </a:lnTo>
                  <a:lnTo>
                    <a:pt x="12486" y="6631"/>
                  </a:lnTo>
                  <a:lnTo>
                    <a:pt x="12504" y="6310"/>
                  </a:lnTo>
                  <a:lnTo>
                    <a:pt x="12495" y="5989"/>
                  </a:lnTo>
                  <a:lnTo>
                    <a:pt x="12477" y="5677"/>
                  </a:lnTo>
                  <a:lnTo>
                    <a:pt x="12441" y="5365"/>
                  </a:lnTo>
                  <a:lnTo>
                    <a:pt x="12388" y="5062"/>
                  </a:lnTo>
                  <a:lnTo>
                    <a:pt x="12326" y="4759"/>
                  </a:lnTo>
                  <a:lnTo>
                    <a:pt x="12245" y="4465"/>
                  </a:lnTo>
                  <a:lnTo>
                    <a:pt x="12147" y="4171"/>
                  </a:lnTo>
                  <a:lnTo>
                    <a:pt x="12040" y="3886"/>
                  </a:lnTo>
                  <a:lnTo>
                    <a:pt x="11916" y="3610"/>
                  </a:lnTo>
                  <a:lnTo>
                    <a:pt x="11782" y="3342"/>
                  </a:lnTo>
                  <a:lnTo>
                    <a:pt x="11639" y="3075"/>
                  </a:lnTo>
                  <a:lnTo>
                    <a:pt x="11479" y="2825"/>
                  </a:lnTo>
                  <a:lnTo>
                    <a:pt x="11310" y="2576"/>
                  </a:lnTo>
                  <a:lnTo>
                    <a:pt x="11123" y="2335"/>
                  </a:lnTo>
                  <a:lnTo>
                    <a:pt x="10935" y="2104"/>
                  </a:lnTo>
                  <a:lnTo>
                    <a:pt x="10730" y="1890"/>
                  </a:lnTo>
                  <a:lnTo>
                    <a:pt x="10516" y="1676"/>
                  </a:lnTo>
                  <a:lnTo>
                    <a:pt x="10294" y="1480"/>
                  </a:lnTo>
                  <a:lnTo>
                    <a:pt x="10053" y="1293"/>
                  </a:lnTo>
                  <a:lnTo>
                    <a:pt x="9812" y="1114"/>
                  </a:lnTo>
                  <a:lnTo>
                    <a:pt x="9563" y="945"/>
                  </a:lnTo>
                  <a:lnTo>
                    <a:pt x="9296" y="793"/>
                  </a:lnTo>
                  <a:lnTo>
                    <a:pt x="9028" y="651"/>
                  </a:lnTo>
                  <a:lnTo>
                    <a:pt x="8752" y="517"/>
                  </a:lnTo>
                  <a:lnTo>
                    <a:pt x="8467" y="401"/>
                  </a:lnTo>
                  <a:lnTo>
                    <a:pt x="8182" y="303"/>
                  </a:lnTo>
                  <a:lnTo>
                    <a:pt x="7879" y="214"/>
                  </a:lnTo>
                  <a:lnTo>
                    <a:pt x="7576" y="143"/>
                  </a:lnTo>
                  <a:lnTo>
                    <a:pt x="7264" y="81"/>
                  </a:lnTo>
                  <a:lnTo>
                    <a:pt x="6952" y="36"/>
                  </a:lnTo>
                  <a:lnTo>
                    <a:pt x="6631" y="9"/>
                  </a:lnTo>
                  <a:lnTo>
                    <a:pt x="631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5466025" y="2597800"/>
              <a:ext cx="263825" cy="264050"/>
            </a:xfrm>
            <a:custGeom>
              <a:rect b="b" l="l" r="r" t="t"/>
              <a:pathLst>
                <a:path extrusionOk="0" h="10562" w="10553">
                  <a:moveTo>
                    <a:pt x="5063" y="1"/>
                  </a:moveTo>
                  <a:lnTo>
                    <a:pt x="4795" y="19"/>
                  </a:lnTo>
                  <a:lnTo>
                    <a:pt x="4537" y="54"/>
                  </a:lnTo>
                  <a:lnTo>
                    <a:pt x="4279" y="99"/>
                  </a:lnTo>
                  <a:lnTo>
                    <a:pt x="4020" y="152"/>
                  </a:lnTo>
                  <a:lnTo>
                    <a:pt x="3771" y="215"/>
                  </a:lnTo>
                  <a:lnTo>
                    <a:pt x="3521" y="295"/>
                  </a:lnTo>
                  <a:lnTo>
                    <a:pt x="3289" y="393"/>
                  </a:lnTo>
                  <a:lnTo>
                    <a:pt x="3049" y="491"/>
                  </a:lnTo>
                  <a:lnTo>
                    <a:pt x="2826" y="607"/>
                  </a:lnTo>
                  <a:lnTo>
                    <a:pt x="2603" y="732"/>
                  </a:lnTo>
                  <a:lnTo>
                    <a:pt x="2380" y="865"/>
                  </a:lnTo>
                  <a:lnTo>
                    <a:pt x="2175" y="1008"/>
                  </a:lnTo>
                  <a:lnTo>
                    <a:pt x="1970" y="1159"/>
                  </a:lnTo>
                  <a:lnTo>
                    <a:pt x="1783" y="1329"/>
                  </a:lnTo>
                  <a:lnTo>
                    <a:pt x="1596" y="1498"/>
                  </a:lnTo>
                  <a:lnTo>
                    <a:pt x="1418" y="1676"/>
                  </a:lnTo>
                  <a:lnTo>
                    <a:pt x="1249" y="1863"/>
                  </a:lnTo>
                  <a:lnTo>
                    <a:pt x="1088" y="2068"/>
                  </a:lnTo>
                  <a:lnTo>
                    <a:pt x="937" y="2273"/>
                  </a:lnTo>
                  <a:lnTo>
                    <a:pt x="803" y="2487"/>
                  </a:lnTo>
                  <a:lnTo>
                    <a:pt x="669" y="2701"/>
                  </a:lnTo>
                  <a:lnTo>
                    <a:pt x="553" y="2933"/>
                  </a:lnTo>
                  <a:lnTo>
                    <a:pt x="438" y="3164"/>
                  </a:lnTo>
                  <a:lnTo>
                    <a:pt x="340" y="3405"/>
                  </a:lnTo>
                  <a:lnTo>
                    <a:pt x="259" y="3646"/>
                  </a:lnTo>
                  <a:lnTo>
                    <a:pt x="179" y="3904"/>
                  </a:lnTo>
                  <a:lnTo>
                    <a:pt x="117" y="4154"/>
                  </a:lnTo>
                  <a:lnTo>
                    <a:pt x="72" y="4421"/>
                  </a:lnTo>
                  <a:lnTo>
                    <a:pt x="37" y="4688"/>
                  </a:lnTo>
                  <a:lnTo>
                    <a:pt x="10" y="4956"/>
                  </a:lnTo>
                  <a:lnTo>
                    <a:pt x="1" y="5223"/>
                  </a:lnTo>
                  <a:lnTo>
                    <a:pt x="1" y="5499"/>
                  </a:lnTo>
                  <a:lnTo>
                    <a:pt x="19" y="5758"/>
                  </a:lnTo>
                  <a:lnTo>
                    <a:pt x="54" y="6025"/>
                  </a:lnTo>
                  <a:lnTo>
                    <a:pt x="99" y="6284"/>
                  </a:lnTo>
                  <a:lnTo>
                    <a:pt x="152" y="6533"/>
                  </a:lnTo>
                  <a:lnTo>
                    <a:pt x="215" y="6783"/>
                  </a:lnTo>
                  <a:lnTo>
                    <a:pt x="295" y="7032"/>
                  </a:lnTo>
                  <a:lnTo>
                    <a:pt x="393" y="7273"/>
                  </a:lnTo>
                  <a:lnTo>
                    <a:pt x="491" y="7505"/>
                  </a:lnTo>
                  <a:lnTo>
                    <a:pt x="607" y="7736"/>
                  </a:lnTo>
                  <a:lnTo>
                    <a:pt x="732" y="7959"/>
                  </a:lnTo>
                  <a:lnTo>
                    <a:pt x="865" y="8173"/>
                  </a:lnTo>
                  <a:lnTo>
                    <a:pt x="1008" y="8378"/>
                  </a:lnTo>
                  <a:lnTo>
                    <a:pt x="1159" y="8583"/>
                  </a:lnTo>
                  <a:lnTo>
                    <a:pt x="1320" y="8779"/>
                  </a:lnTo>
                  <a:lnTo>
                    <a:pt x="1498" y="8966"/>
                  </a:lnTo>
                  <a:lnTo>
                    <a:pt x="1676" y="9135"/>
                  </a:lnTo>
                  <a:lnTo>
                    <a:pt x="1863" y="9305"/>
                  </a:lnTo>
                  <a:lnTo>
                    <a:pt x="2068" y="9465"/>
                  </a:lnTo>
                  <a:lnTo>
                    <a:pt x="2273" y="9617"/>
                  </a:lnTo>
                  <a:lnTo>
                    <a:pt x="2478" y="9759"/>
                  </a:lnTo>
                  <a:lnTo>
                    <a:pt x="2701" y="9884"/>
                  </a:lnTo>
                  <a:lnTo>
                    <a:pt x="2933" y="10009"/>
                  </a:lnTo>
                  <a:lnTo>
                    <a:pt x="3165" y="10116"/>
                  </a:lnTo>
                  <a:lnTo>
                    <a:pt x="3405" y="10214"/>
                  </a:lnTo>
                  <a:lnTo>
                    <a:pt x="3646" y="10303"/>
                  </a:lnTo>
                  <a:lnTo>
                    <a:pt x="3895" y="10374"/>
                  </a:lnTo>
                  <a:lnTo>
                    <a:pt x="4154" y="10437"/>
                  </a:lnTo>
                  <a:lnTo>
                    <a:pt x="4421" y="10490"/>
                  </a:lnTo>
                  <a:lnTo>
                    <a:pt x="4689" y="10526"/>
                  </a:lnTo>
                  <a:lnTo>
                    <a:pt x="4956" y="10543"/>
                  </a:lnTo>
                  <a:lnTo>
                    <a:pt x="5223" y="10561"/>
                  </a:lnTo>
                  <a:lnTo>
                    <a:pt x="5500" y="10552"/>
                  </a:lnTo>
                  <a:lnTo>
                    <a:pt x="5758" y="10535"/>
                  </a:lnTo>
                  <a:lnTo>
                    <a:pt x="6025" y="10508"/>
                  </a:lnTo>
                  <a:lnTo>
                    <a:pt x="6284" y="10463"/>
                  </a:lnTo>
                  <a:lnTo>
                    <a:pt x="6533" y="10410"/>
                  </a:lnTo>
                  <a:lnTo>
                    <a:pt x="6783" y="10338"/>
                  </a:lnTo>
                  <a:lnTo>
                    <a:pt x="7032" y="10258"/>
                  </a:lnTo>
                  <a:lnTo>
                    <a:pt x="7273" y="10169"/>
                  </a:lnTo>
                  <a:lnTo>
                    <a:pt x="7505" y="10062"/>
                  </a:lnTo>
                  <a:lnTo>
                    <a:pt x="7736" y="9955"/>
                  </a:lnTo>
                  <a:lnTo>
                    <a:pt x="7959" y="9831"/>
                  </a:lnTo>
                  <a:lnTo>
                    <a:pt x="8173" y="9697"/>
                  </a:lnTo>
                  <a:lnTo>
                    <a:pt x="8378" y="9554"/>
                  </a:lnTo>
                  <a:lnTo>
                    <a:pt x="8583" y="9394"/>
                  </a:lnTo>
                  <a:lnTo>
                    <a:pt x="8779" y="9233"/>
                  </a:lnTo>
                  <a:lnTo>
                    <a:pt x="8957" y="9064"/>
                  </a:lnTo>
                  <a:lnTo>
                    <a:pt x="9136" y="8877"/>
                  </a:lnTo>
                  <a:lnTo>
                    <a:pt x="9305" y="8690"/>
                  </a:lnTo>
                  <a:lnTo>
                    <a:pt x="9465" y="8494"/>
                  </a:lnTo>
                  <a:lnTo>
                    <a:pt x="9617" y="8289"/>
                  </a:lnTo>
                  <a:lnTo>
                    <a:pt x="9759" y="8075"/>
                  </a:lnTo>
                  <a:lnTo>
                    <a:pt x="9884" y="7852"/>
                  </a:lnTo>
                  <a:lnTo>
                    <a:pt x="10009" y="7629"/>
                  </a:lnTo>
                  <a:lnTo>
                    <a:pt x="10116" y="7398"/>
                  </a:lnTo>
                  <a:lnTo>
                    <a:pt x="10214" y="7157"/>
                  </a:lnTo>
                  <a:lnTo>
                    <a:pt x="10303" y="6907"/>
                  </a:lnTo>
                  <a:lnTo>
                    <a:pt x="10374" y="6658"/>
                  </a:lnTo>
                  <a:lnTo>
                    <a:pt x="10437" y="6399"/>
                  </a:lnTo>
                  <a:lnTo>
                    <a:pt x="10490" y="6141"/>
                  </a:lnTo>
                  <a:lnTo>
                    <a:pt x="10526" y="5874"/>
                  </a:lnTo>
                  <a:lnTo>
                    <a:pt x="10544" y="5606"/>
                  </a:lnTo>
                  <a:lnTo>
                    <a:pt x="10553" y="5330"/>
                  </a:lnTo>
                  <a:lnTo>
                    <a:pt x="10553" y="5063"/>
                  </a:lnTo>
                  <a:lnTo>
                    <a:pt x="10535" y="4795"/>
                  </a:lnTo>
                  <a:lnTo>
                    <a:pt x="10508" y="4537"/>
                  </a:lnTo>
                  <a:lnTo>
                    <a:pt x="10463" y="4278"/>
                  </a:lnTo>
                  <a:lnTo>
                    <a:pt x="10410" y="4020"/>
                  </a:lnTo>
                  <a:lnTo>
                    <a:pt x="10339" y="3770"/>
                  </a:lnTo>
                  <a:lnTo>
                    <a:pt x="10258" y="3530"/>
                  </a:lnTo>
                  <a:lnTo>
                    <a:pt x="10169" y="3289"/>
                  </a:lnTo>
                  <a:lnTo>
                    <a:pt x="10062" y="3049"/>
                  </a:lnTo>
                  <a:lnTo>
                    <a:pt x="9955" y="2826"/>
                  </a:lnTo>
                  <a:lnTo>
                    <a:pt x="9831" y="2603"/>
                  </a:lnTo>
                  <a:lnTo>
                    <a:pt x="9697" y="2389"/>
                  </a:lnTo>
                  <a:lnTo>
                    <a:pt x="9545" y="2175"/>
                  </a:lnTo>
                  <a:lnTo>
                    <a:pt x="9394" y="1979"/>
                  </a:lnTo>
                  <a:lnTo>
                    <a:pt x="9234" y="1783"/>
                  </a:lnTo>
                  <a:lnTo>
                    <a:pt x="9064" y="1596"/>
                  </a:lnTo>
                  <a:lnTo>
                    <a:pt x="8877" y="1418"/>
                  </a:lnTo>
                  <a:lnTo>
                    <a:pt x="8690" y="1248"/>
                  </a:lnTo>
                  <a:lnTo>
                    <a:pt x="8494" y="1088"/>
                  </a:lnTo>
                  <a:lnTo>
                    <a:pt x="8289" y="936"/>
                  </a:lnTo>
                  <a:lnTo>
                    <a:pt x="8075" y="803"/>
                  </a:lnTo>
                  <a:lnTo>
                    <a:pt x="7852" y="669"/>
                  </a:lnTo>
                  <a:lnTo>
                    <a:pt x="7629" y="553"/>
                  </a:lnTo>
                  <a:lnTo>
                    <a:pt x="7389" y="437"/>
                  </a:lnTo>
                  <a:lnTo>
                    <a:pt x="7157" y="339"/>
                  </a:lnTo>
                  <a:lnTo>
                    <a:pt x="6908" y="259"/>
                  </a:lnTo>
                  <a:lnTo>
                    <a:pt x="6658" y="179"/>
                  </a:lnTo>
                  <a:lnTo>
                    <a:pt x="6400" y="117"/>
                  </a:lnTo>
                  <a:lnTo>
                    <a:pt x="6141" y="72"/>
                  </a:lnTo>
                  <a:lnTo>
                    <a:pt x="5874" y="36"/>
                  </a:lnTo>
                  <a:lnTo>
                    <a:pt x="5598" y="10"/>
                  </a:lnTo>
                  <a:lnTo>
                    <a:pt x="53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576775" y="2583325"/>
              <a:ext cx="42350" cy="292775"/>
            </a:xfrm>
            <a:custGeom>
              <a:rect b="b" l="l" r="r" t="t"/>
              <a:pathLst>
                <a:path extrusionOk="0" h="11711" w="1694">
                  <a:moveTo>
                    <a:pt x="713" y="0"/>
                  </a:moveTo>
                  <a:lnTo>
                    <a:pt x="0" y="11657"/>
                  </a:lnTo>
                  <a:lnTo>
                    <a:pt x="980" y="11711"/>
                  </a:lnTo>
                  <a:lnTo>
                    <a:pt x="1693" y="63"/>
                  </a:lnTo>
                  <a:lnTo>
                    <a:pt x="713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54900" y="2708750"/>
              <a:ext cx="286325" cy="42150"/>
            </a:xfrm>
            <a:custGeom>
              <a:rect b="b" l="l" r="r" t="t"/>
              <a:pathLst>
                <a:path extrusionOk="0" h="1686" w="11453">
                  <a:moveTo>
                    <a:pt x="54" y="1"/>
                  </a:moveTo>
                  <a:lnTo>
                    <a:pt x="0" y="981"/>
                  </a:lnTo>
                  <a:lnTo>
                    <a:pt x="11390" y="1685"/>
                  </a:lnTo>
                  <a:lnTo>
                    <a:pt x="11452" y="696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4895225" y="2262500"/>
              <a:ext cx="731475" cy="576625"/>
            </a:xfrm>
            <a:custGeom>
              <a:rect b="b" l="l" r="r" t="t"/>
              <a:pathLst>
                <a:path extrusionOk="0" h="23065" w="29259">
                  <a:moveTo>
                    <a:pt x="29258" y="0"/>
                  </a:moveTo>
                  <a:lnTo>
                    <a:pt x="1" y="22859"/>
                  </a:lnTo>
                  <a:lnTo>
                    <a:pt x="3360" y="23064"/>
                  </a:lnTo>
                  <a:lnTo>
                    <a:pt x="29062" y="3173"/>
                  </a:lnTo>
                  <a:lnTo>
                    <a:pt x="292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621775" y="2262500"/>
              <a:ext cx="660825" cy="656600"/>
            </a:xfrm>
            <a:custGeom>
              <a:rect b="b" l="l" r="r" t="t"/>
              <a:pathLst>
                <a:path extrusionOk="0" h="26264" w="26433">
                  <a:moveTo>
                    <a:pt x="196" y="0"/>
                  </a:moveTo>
                  <a:lnTo>
                    <a:pt x="0" y="3173"/>
                  </a:lnTo>
                  <a:lnTo>
                    <a:pt x="23082" y="26059"/>
                  </a:lnTo>
                  <a:lnTo>
                    <a:pt x="26433" y="2626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4811025" y="2188750"/>
              <a:ext cx="820125" cy="648150"/>
            </a:xfrm>
            <a:custGeom>
              <a:rect b="b" l="l" r="r" t="t"/>
              <a:pathLst>
                <a:path extrusionOk="0" h="25926" w="32805">
                  <a:moveTo>
                    <a:pt x="32805" y="1"/>
                  </a:moveTo>
                  <a:lnTo>
                    <a:pt x="0" y="25604"/>
                  </a:lnTo>
                  <a:lnTo>
                    <a:pt x="5151" y="25925"/>
                  </a:lnTo>
                  <a:lnTo>
                    <a:pt x="32528" y="4617"/>
                  </a:lnTo>
                  <a:lnTo>
                    <a:pt x="3280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624225" y="2188750"/>
              <a:ext cx="742825" cy="735475"/>
            </a:xfrm>
            <a:custGeom>
              <a:rect b="b" l="l" r="r" t="t"/>
              <a:pathLst>
                <a:path extrusionOk="0" h="29419" w="29713">
                  <a:moveTo>
                    <a:pt x="277" y="1"/>
                  </a:moveTo>
                  <a:lnTo>
                    <a:pt x="0" y="4617"/>
                  </a:lnTo>
                  <a:lnTo>
                    <a:pt x="24561" y="29107"/>
                  </a:lnTo>
                  <a:lnTo>
                    <a:pt x="29712" y="29419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6282575" y="2735275"/>
              <a:ext cx="159550" cy="232400"/>
            </a:xfrm>
            <a:custGeom>
              <a:rect b="b" l="l" r="r" t="t"/>
              <a:pathLst>
                <a:path extrusionOk="0" h="9296" w="6382">
                  <a:moveTo>
                    <a:pt x="1" y="0"/>
                  </a:moveTo>
                  <a:lnTo>
                    <a:pt x="340" y="535"/>
                  </a:lnTo>
                  <a:lnTo>
                    <a:pt x="678" y="1070"/>
                  </a:lnTo>
                  <a:lnTo>
                    <a:pt x="1026" y="1596"/>
                  </a:lnTo>
                  <a:lnTo>
                    <a:pt x="1373" y="2121"/>
                  </a:lnTo>
                  <a:lnTo>
                    <a:pt x="1721" y="2647"/>
                  </a:lnTo>
                  <a:lnTo>
                    <a:pt x="2077" y="3164"/>
                  </a:lnTo>
                  <a:lnTo>
                    <a:pt x="2434" y="3690"/>
                  </a:lnTo>
                  <a:lnTo>
                    <a:pt x="2799" y="4207"/>
                  </a:lnTo>
                  <a:lnTo>
                    <a:pt x="3521" y="5232"/>
                  </a:lnTo>
                  <a:lnTo>
                    <a:pt x="4261" y="6256"/>
                  </a:lnTo>
                  <a:lnTo>
                    <a:pt x="4626" y="6764"/>
                  </a:lnTo>
                  <a:lnTo>
                    <a:pt x="5000" y="7272"/>
                  </a:lnTo>
                  <a:lnTo>
                    <a:pt x="5527" y="7979"/>
                  </a:lnTo>
                  <a:lnTo>
                    <a:pt x="5527" y="7979"/>
                  </a:lnTo>
                  <a:lnTo>
                    <a:pt x="4430" y="8217"/>
                  </a:lnTo>
                  <a:lnTo>
                    <a:pt x="3690" y="8386"/>
                  </a:lnTo>
                  <a:lnTo>
                    <a:pt x="2951" y="8556"/>
                  </a:lnTo>
                  <a:lnTo>
                    <a:pt x="2211" y="8725"/>
                  </a:lnTo>
                  <a:lnTo>
                    <a:pt x="1471" y="8912"/>
                  </a:lnTo>
                  <a:lnTo>
                    <a:pt x="741" y="9099"/>
                  </a:lnTo>
                  <a:lnTo>
                    <a:pt x="1" y="9295"/>
                  </a:lnTo>
                  <a:lnTo>
                    <a:pt x="758" y="9206"/>
                  </a:lnTo>
                  <a:lnTo>
                    <a:pt x="1516" y="9108"/>
                  </a:lnTo>
                  <a:lnTo>
                    <a:pt x="2264" y="9001"/>
                  </a:lnTo>
                  <a:lnTo>
                    <a:pt x="3013" y="8885"/>
                  </a:lnTo>
                  <a:lnTo>
                    <a:pt x="3762" y="8770"/>
                  </a:lnTo>
                  <a:lnTo>
                    <a:pt x="4510" y="8645"/>
                  </a:lnTo>
                  <a:lnTo>
                    <a:pt x="5999" y="8386"/>
                  </a:lnTo>
                  <a:lnTo>
                    <a:pt x="6382" y="8315"/>
                  </a:lnTo>
                  <a:lnTo>
                    <a:pt x="6150" y="7994"/>
                  </a:lnTo>
                  <a:lnTo>
                    <a:pt x="5419" y="6969"/>
                  </a:lnTo>
                  <a:lnTo>
                    <a:pt x="5045" y="6461"/>
                  </a:lnTo>
                  <a:lnTo>
                    <a:pt x="4671" y="5953"/>
                  </a:lnTo>
                  <a:lnTo>
                    <a:pt x="3922" y="4938"/>
                  </a:lnTo>
                  <a:lnTo>
                    <a:pt x="3165" y="3939"/>
                  </a:lnTo>
                  <a:lnTo>
                    <a:pt x="2781" y="3431"/>
                  </a:lnTo>
                  <a:lnTo>
                    <a:pt x="2389" y="2941"/>
                  </a:lnTo>
                  <a:lnTo>
                    <a:pt x="2006" y="2442"/>
                  </a:lnTo>
                  <a:lnTo>
                    <a:pt x="1614" y="1943"/>
                  </a:lnTo>
                  <a:lnTo>
                    <a:pt x="1222" y="1453"/>
                  </a:lnTo>
                  <a:lnTo>
                    <a:pt x="821" y="963"/>
                  </a:lnTo>
                  <a:lnTo>
                    <a:pt x="420" y="4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158275" y="2499325"/>
              <a:ext cx="208775" cy="295675"/>
            </a:xfrm>
            <a:custGeom>
              <a:rect b="b" l="l" r="r" t="t"/>
              <a:pathLst>
                <a:path extrusionOk="0" h="11827" w="8351">
                  <a:moveTo>
                    <a:pt x="0" y="1"/>
                  </a:moveTo>
                  <a:lnTo>
                    <a:pt x="312" y="535"/>
                  </a:lnTo>
                  <a:lnTo>
                    <a:pt x="686" y="1150"/>
                  </a:lnTo>
                  <a:lnTo>
                    <a:pt x="1185" y="1935"/>
                  </a:lnTo>
                  <a:lnTo>
                    <a:pt x="1774" y="2852"/>
                  </a:lnTo>
                  <a:lnTo>
                    <a:pt x="2451" y="3877"/>
                  </a:lnTo>
                  <a:lnTo>
                    <a:pt x="2816" y="4412"/>
                  </a:lnTo>
                  <a:lnTo>
                    <a:pt x="3190" y="4956"/>
                  </a:lnTo>
                  <a:lnTo>
                    <a:pt x="3966" y="6061"/>
                  </a:lnTo>
                  <a:lnTo>
                    <a:pt x="4750" y="7166"/>
                  </a:lnTo>
                  <a:lnTo>
                    <a:pt x="5133" y="7701"/>
                  </a:lnTo>
                  <a:lnTo>
                    <a:pt x="5516" y="8217"/>
                  </a:lnTo>
                  <a:lnTo>
                    <a:pt x="6256" y="9198"/>
                  </a:lnTo>
                  <a:lnTo>
                    <a:pt x="6925" y="10071"/>
                  </a:lnTo>
                  <a:lnTo>
                    <a:pt x="7495" y="10793"/>
                  </a:lnTo>
                  <a:lnTo>
                    <a:pt x="7949" y="11354"/>
                  </a:lnTo>
                  <a:lnTo>
                    <a:pt x="8350" y="11827"/>
                  </a:lnTo>
                  <a:lnTo>
                    <a:pt x="8030" y="11292"/>
                  </a:lnTo>
                  <a:lnTo>
                    <a:pt x="7664" y="10677"/>
                  </a:lnTo>
                  <a:lnTo>
                    <a:pt x="7165" y="9893"/>
                  </a:lnTo>
                  <a:lnTo>
                    <a:pt x="6568" y="8975"/>
                  </a:lnTo>
                  <a:lnTo>
                    <a:pt x="5891" y="7950"/>
                  </a:lnTo>
                  <a:lnTo>
                    <a:pt x="5534" y="7415"/>
                  </a:lnTo>
                  <a:lnTo>
                    <a:pt x="5160" y="6872"/>
                  </a:lnTo>
                  <a:lnTo>
                    <a:pt x="4385" y="5767"/>
                  </a:lnTo>
                  <a:lnTo>
                    <a:pt x="3600" y="4662"/>
                  </a:lnTo>
                  <a:lnTo>
                    <a:pt x="3208" y="4127"/>
                  </a:lnTo>
                  <a:lnTo>
                    <a:pt x="2825" y="3610"/>
                  </a:lnTo>
                  <a:lnTo>
                    <a:pt x="2094" y="2630"/>
                  </a:lnTo>
                  <a:lnTo>
                    <a:pt x="1426" y="1756"/>
                  </a:lnTo>
                  <a:lnTo>
                    <a:pt x="847" y="1034"/>
                  </a:lnTo>
                  <a:lnTo>
                    <a:pt x="401" y="4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6248950" y="2967650"/>
              <a:ext cx="156425" cy="45700"/>
            </a:xfrm>
            <a:custGeom>
              <a:rect b="b" l="l" r="r" t="t"/>
              <a:pathLst>
                <a:path extrusionOk="0" h="1828" w="6257">
                  <a:moveTo>
                    <a:pt x="6256" y="0"/>
                  </a:moveTo>
                  <a:lnTo>
                    <a:pt x="5971" y="27"/>
                  </a:lnTo>
                  <a:lnTo>
                    <a:pt x="5650" y="72"/>
                  </a:lnTo>
                  <a:lnTo>
                    <a:pt x="5240" y="143"/>
                  </a:lnTo>
                  <a:lnTo>
                    <a:pt x="4750" y="241"/>
                  </a:lnTo>
                  <a:lnTo>
                    <a:pt x="4215" y="357"/>
                  </a:lnTo>
                  <a:lnTo>
                    <a:pt x="3930" y="428"/>
                  </a:lnTo>
                  <a:lnTo>
                    <a:pt x="3645" y="499"/>
                  </a:lnTo>
                  <a:lnTo>
                    <a:pt x="3057" y="660"/>
                  </a:lnTo>
                  <a:lnTo>
                    <a:pt x="2478" y="838"/>
                  </a:lnTo>
                  <a:lnTo>
                    <a:pt x="2192" y="936"/>
                  </a:lnTo>
                  <a:lnTo>
                    <a:pt x="1916" y="1025"/>
                  </a:lnTo>
                  <a:lnTo>
                    <a:pt x="1399" y="1212"/>
                  </a:lnTo>
                  <a:lnTo>
                    <a:pt x="936" y="1400"/>
                  </a:lnTo>
                  <a:lnTo>
                    <a:pt x="553" y="1560"/>
                  </a:lnTo>
                  <a:lnTo>
                    <a:pt x="259" y="1694"/>
                  </a:lnTo>
                  <a:lnTo>
                    <a:pt x="0" y="1827"/>
                  </a:lnTo>
                  <a:lnTo>
                    <a:pt x="285" y="1792"/>
                  </a:lnTo>
                  <a:lnTo>
                    <a:pt x="606" y="1756"/>
                  </a:lnTo>
                  <a:lnTo>
                    <a:pt x="1025" y="1685"/>
                  </a:lnTo>
                  <a:lnTo>
                    <a:pt x="1506" y="1587"/>
                  </a:lnTo>
                  <a:lnTo>
                    <a:pt x="2050" y="1471"/>
                  </a:lnTo>
                  <a:lnTo>
                    <a:pt x="2326" y="1400"/>
                  </a:lnTo>
                  <a:lnTo>
                    <a:pt x="2620" y="1328"/>
                  </a:lnTo>
                  <a:lnTo>
                    <a:pt x="3200" y="1159"/>
                  </a:lnTo>
                  <a:lnTo>
                    <a:pt x="3788" y="981"/>
                  </a:lnTo>
                  <a:lnTo>
                    <a:pt x="4064" y="892"/>
                  </a:lnTo>
                  <a:lnTo>
                    <a:pt x="4340" y="794"/>
                  </a:lnTo>
                  <a:lnTo>
                    <a:pt x="4857" y="606"/>
                  </a:lnTo>
                  <a:lnTo>
                    <a:pt x="5321" y="428"/>
                  </a:lnTo>
                  <a:lnTo>
                    <a:pt x="5704" y="268"/>
                  </a:lnTo>
                  <a:lnTo>
                    <a:pt x="6007" y="125"/>
                  </a:lnTo>
                  <a:lnTo>
                    <a:pt x="625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5122025" y="2166475"/>
              <a:ext cx="434500" cy="332875"/>
            </a:xfrm>
            <a:custGeom>
              <a:rect b="b" l="l" r="r" t="t"/>
              <a:pathLst>
                <a:path extrusionOk="0" h="13315" w="17380">
                  <a:moveTo>
                    <a:pt x="17379" y="0"/>
                  </a:moveTo>
                  <a:lnTo>
                    <a:pt x="17183" y="134"/>
                  </a:lnTo>
                  <a:lnTo>
                    <a:pt x="16604" y="535"/>
                  </a:lnTo>
                  <a:lnTo>
                    <a:pt x="15722" y="1150"/>
                  </a:lnTo>
                  <a:lnTo>
                    <a:pt x="15178" y="1533"/>
                  </a:lnTo>
                  <a:lnTo>
                    <a:pt x="14581" y="1961"/>
                  </a:lnTo>
                  <a:lnTo>
                    <a:pt x="13235" y="2932"/>
                  </a:lnTo>
                  <a:lnTo>
                    <a:pt x="11747" y="4029"/>
                  </a:lnTo>
                  <a:lnTo>
                    <a:pt x="10160" y="5214"/>
                  </a:lnTo>
                  <a:lnTo>
                    <a:pt x="8539" y="6453"/>
                  </a:lnTo>
                  <a:lnTo>
                    <a:pt x="6917" y="7700"/>
                  </a:lnTo>
                  <a:lnTo>
                    <a:pt x="6132" y="8315"/>
                  </a:lnTo>
                  <a:lnTo>
                    <a:pt x="5366" y="8921"/>
                  </a:lnTo>
                  <a:lnTo>
                    <a:pt x="3913" y="10071"/>
                  </a:lnTo>
                  <a:lnTo>
                    <a:pt x="2630" y="11113"/>
                  </a:lnTo>
                  <a:lnTo>
                    <a:pt x="2060" y="11577"/>
                  </a:lnTo>
                  <a:lnTo>
                    <a:pt x="1552" y="12005"/>
                  </a:lnTo>
                  <a:lnTo>
                    <a:pt x="723" y="12700"/>
                  </a:lnTo>
                  <a:lnTo>
                    <a:pt x="188" y="13154"/>
                  </a:lnTo>
                  <a:lnTo>
                    <a:pt x="1" y="13315"/>
                  </a:lnTo>
                  <a:lnTo>
                    <a:pt x="1" y="13315"/>
                  </a:lnTo>
                  <a:lnTo>
                    <a:pt x="206" y="13172"/>
                  </a:lnTo>
                  <a:lnTo>
                    <a:pt x="776" y="12780"/>
                  </a:lnTo>
                  <a:lnTo>
                    <a:pt x="1667" y="12156"/>
                  </a:lnTo>
                  <a:lnTo>
                    <a:pt x="2211" y="11782"/>
                  </a:lnTo>
                  <a:lnTo>
                    <a:pt x="2808" y="11354"/>
                  </a:lnTo>
                  <a:lnTo>
                    <a:pt x="4154" y="10383"/>
                  </a:lnTo>
                  <a:lnTo>
                    <a:pt x="5642" y="9278"/>
                  </a:lnTo>
                  <a:lnTo>
                    <a:pt x="6426" y="8698"/>
                  </a:lnTo>
                  <a:lnTo>
                    <a:pt x="7228" y="8092"/>
                  </a:lnTo>
                  <a:lnTo>
                    <a:pt x="8850" y="6863"/>
                  </a:lnTo>
                  <a:lnTo>
                    <a:pt x="10464" y="5615"/>
                  </a:lnTo>
                  <a:lnTo>
                    <a:pt x="12023" y="4394"/>
                  </a:lnTo>
                  <a:lnTo>
                    <a:pt x="13467" y="3244"/>
                  </a:lnTo>
                  <a:lnTo>
                    <a:pt x="14759" y="2193"/>
                  </a:lnTo>
                  <a:lnTo>
                    <a:pt x="15329" y="1729"/>
                  </a:lnTo>
                  <a:lnTo>
                    <a:pt x="15837" y="1302"/>
                  </a:lnTo>
                  <a:lnTo>
                    <a:pt x="16666" y="606"/>
                  </a:lnTo>
                  <a:lnTo>
                    <a:pt x="17201" y="161"/>
                  </a:lnTo>
                  <a:lnTo>
                    <a:pt x="1737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5051400" y="2262500"/>
              <a:ext cx="287900" cy="226375"/>
            </a:xfrm>
            <a:custGeom>
              <a:rect b="b" l="l" r="r" t="t"/>
              <a:pathLst>
                <a:path extrusionOk="0" h="9055" w="11516">
                  <a:moveTo>
                    <a:pt x="11515" y="0"/>
                  </a:moveTo>
                  <a:lnTo>
                    <a:pt x="10989" y="348"/>
                  </a:lnTo>
                  <a:lnTo>
                    <a:pt x="10392" y="758"/>
                  </a:lnTo>
                  <a:lnTo>
                    <a:pt x="9626" y="1302"/>
                  </a:lnTo>
                  <a:lnTo>
                    <a:pt x="8726" y="1952"/>
                  </a:lnTo>
                  <a:lnTo>
                    <a:pt x="7736" y="2683"/>
                  </a:lnTo>
                  <a:lnTo>
                    <a:pt x="7211" y="3084"/>
                  </a:lnTo>
                  <a:lnTo>
                    <a:pt x="6676" y="3485"/>
                  </a:lnTo>
                  <a:lnTo>
                    <a:pt x="5598" y="4323"/>
                  </a:lnTo>
                  <a:lnTo>
                    <a:pt x="4528" y="5178"/>
                  </a:lnTo>
                  <a:lnTo>
                    <a:pt x="4011" y="5597"/>
                  </a:lnTo>
                  <a:lnTo>
                    <a:pt x="3503" y="6007"/>
                  </a:lnTo>
                  <a:lnTo>
                    <a:pt x="2559" y="6800"/>
                  </a:lnTo>
                  <a:lnTo>
                    <a:pt x="1712" y="7522"/>
                  </a:lnTo>
                  <a:lnTo>
                    <a:pt x="1008" y="8146"/>
                  </a:lnTo>
                  <a:lnTo>
                    <a:pt x="464" y="8627"/>
                  </a:lnTo>
                  <a:lnTo>
                    <a:pt x="1" y="9055"/>
                  </a:lnTo>
                  <a:lnTo>
                    <a:pt x="527" y="8707"/>
                  </a:lnTo>
                  <a:lnTo>
                    <a:pt x="1133" y="8297"/>
                  </a:lnTo>
                  <a:lnTo>
                    <a:pt x="1899" y="7763"/>
                  </a:lnTo>
                  <a:lnTo>
                    <a:pt x="2799" y="7112"/>
                  </a:lnTo>
                  <a:lnTo>
                    <a:pt x="3788" y="6372"/>
                  </a:lnTo>
                  <a:lnTo>
                    <a:pt x="4314" y="5980"/>
                  </a:lnTo>
                  <a:lnTo>
                    <a:pt x="4840" y="5570"/>
                  </a:lnTo>
                  <a:lnTo>
                    <a:pt x="5918" y="4733"/>
                  </a:lnTo>
                  <a:lnTo>
                    <a:pt x="6988" y="3886"/>
                  </a:lnTo>
                  <a:lnTo>
                    <a:pt x="7514" y="3458"/>
                  </a:lnTo>
                  <a:lnTo>
                    <a:pt x="8013" y="3048"/>
                  </a:lnTo>
                  <a:lnTo>
                    <a:pt x="8966" y="2255"/>
                  </a:lnTo>
                  <a:lnTo>
                    <a:pt x="9813" y="1533"/>
                  </a:lnTo>
                  <a:lnTo>
                    <a:pt x="10517" y="918"/>
                  </a:lnTo>
                  <a:lnTo>
                    <a:pt x="11052" y="428"/>
                  </a:lnTo>
                  <a:lnTo>
                    <a:pt x="11515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3988450" y="2369450"/>
              <a:ext cx="292775" cy="187175"/>
            </a:xfrm>
            <a:custGeom>
              <a:rect b="b" l="l" r="r" t="t"/>
              <a:pathLst>
                <a:path extrusionOk="0" h="7487" w="11711">
                  <a:moveTo>
                    <a:pt x="5089" y="0"/>
                  </a:moveTo>
                  <a:lnTo>
                    <a:pt x="5018" y="107"/>
                  </a:lnTo>
                  <a:lnTo>
                    <a:pt x="4358" y="1007"/>
                  </a:lnTo>
                  <a:lnTo>
                    <a:pt x="3708" y="1907"/>
                  </a:lnTo>
                  <a:lnTo>
                    <a:pt x="3066" y="2825"/>
                  </a:lnTo>
                  <a:lnTo>
                    <a:pt x="2433" y="3734"/>
                  </a:lnTo>
                  <a:lnTo>
                    <a:pt x="1810" y="4661"/>
                  </a:lnTo>
                  <a:lnTo>
                    <a:pt x="1195" y="5597"/>
                  </a:lnTo>
                  <a:lnTo>
                    <a:pt x="589" y="6532"/>
                  </a:lnTo>
                  <a:lnTo>
                    <a:pt x="295" y="7005"/>
                  </a:lnTo>
                  <a:lnTo>
                    <a:pt x="0" y="7486"/>
                  </a:lnTo>
                  <a:lnTo>
                    <a:pt x="366" y="7058"/>
                  </a:lnTo>
                  <a:lnTo>
                    <a:pt x="722" y="6630"/>
                  </a:lnTo>
                  <a:lnTo>
                    <a:pt x="1426" y="5757"/>
                  </a:lnTo>
                  <a:lnTo>
                    <a:pt x="2113" y="4884"/>
                  </a:lnTo>
                  <a:lnTo>
                    <a:pt x="2790" y="4001"/>
                  </a:lnTo>
                  <a:lnTo>
                    <a:pt x="3458" y="3101"/>
                  </a:lnTo>
                  <a:lnTo>
                    <a:pt x="4118" y="2210"/>
                  </a:lnTo>
                  <a:lnTo>
                    <a:pt x="4777" y="1310"/>
                  </a:lnTo>
                  <a:lnTo>
                    <a:pt x="5352" y="507"/>
                  </a:lnTo>
                  <a:lnTo>
                    <a:pt x="5352" y="507"/>
                  </a:lnTo>
                  <a:lnTo>
                    <a:pt x="6034" y="499"/>
                  </a:lnTo>
                  <a:lnTo>
                    <a:pt x="6845" y="481"/>
                  </a:lnTo>
                  <a:lnTo>
                    <a:pt x="7656" y="463"/>
                  </a:lnTo>
                  <a:lnTo>
                    <a:pt x="8467" y="437"/>
                  </a:lnTo>
                  <a:lnTo>
                    <a:pt x="9278" y="401"/>
                  </a:lnTo>
                  <a:lnTo>
                    <a:pt x="10089" y="365"/>
                  </a:lnTo>
                  <a:lnTo>
                    <a:pt x="10900" y="312"/>
                  </a:lnTo>
                  <a:lnTo>
                    <a:pt x="11711" y="250"/>
                  </a:lnTo>
                  <a:lnTo>
                    <a:pt x="10900" y="187"/>
                  </a:lnTo>
                  <a:lnTo>
                    <a:pt x="10089" y="143"/>
                  </a:lnTo>
                  <a:lnTo>
                    <a:pt x="9278" y="98"/>
                  </a:lnTo>
                  <a:lnTo>
                    <a:pt x="8467" y="71"/>
                  </a:lnTo>
                  <a:lnTo>
                    <a:pt x="7656" y="45"/>
                  </a:lnTo>
                  <a:lnTo>
                    <a:pt x="6845" y="18"/>
                  </a:lnTo>
                  <a:lnTo>
                    <a:pt x="6034" y="9"/>
                  </a:lnTo>
                  <a:lnTo>
                    <a:pt x="522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926500" y="2499325"/>
              <a:ext cx="147750" cy="191400"/>
            </a:xfrm>
            <a:custGeom>
              <a:rect b="b" l="l" r="r" t="t"/>
              <a:pathLst>
                <a:path extrusionOk="0" h="7656" w="5910">
                  <a:moveTo>
                    <a:pt x="5909" y="1"/>
                  </a:moveTo>
                  <a:lnTo>
                    <a:pt x="5615" y="295"/>
                  </a:lnTo>
                  <a:lnTo>
                    <a:pt x="5286" y="642"/>
                  </a:lnTo>
                  <a:lnTo>
                    <a:pt x="4867" y="1106"/>
                  </a:lnTo>
                  <a:lnTo>
                    <a:pt x="4386" y="1658"/>
                  </a:lnTo>
                  <a:lnTo>
                    <a:pt x="3860" y="2282"/>
                  </a:lnTo>
                  <a:lnTo>
                    <a:pt x="3583" y="2612"/>
                  </a:lnTo>
                  <a:lnTo>
                    <a:pt x="3307" y="2959"/>
                  </a:lnTo>
                  <a:lnTo>
                    <a:pt x="2746" y="3672"/>
                  </a:lnTo>
                  <a:lnTo>
                    <a:pt x="2202" y="4394"/>
                  </a:lnTo>
                  <a:lnTo>
                    <a:pt x="1944" y="4742"/>
                  </a:lnTo>
                  <a:lnTo>
                    <a:pt x="1685" y="5098"/>
                  </a:lnTo>
                  <a:lnTo>
                    <a:pt x="1213" y="5767"/>
                  </a:lnTo>
                  <a:lnTo>
                    <a:pt x="803" y="6373"/>
                  </a:lnTo>
                  <a:lnTo>
                    <a:pt x="464" y="6890"/>
                  </a:lnTo>
                  <a:lnTo>
                    <a:pt x="215" y="7300"/>
                  </a:lnTo>
                  <a:lnTo>
                    <a:pt x="1" y="7656"/>
                  </a:lnTo>
                  <a:lnTo>
                    <a:pt x="295" y="7362"/>
                  </a:lnTo>
                  <a:lnTo>
                    <a:pt x="625" y="7014"/>
                  </a:lnTo>
                  <a:lnTo>
                    <a:pt x="1044" y="6551"/>
                  </a:lnTo>
                  <a:lnTo>
                    <a:pt x="1525" y="5998"/>
                  </a:lnTo>
                  <a:lnTo>
                    <a:pt x="2051" y="5375"/>
                  </a:lnTo>
                  <a:lnTo>
                    <a:pt x="2327" y="5045"/>
                  </a:lnTo>
                  <a:lnTo>
                    <a:pt x="2603" y="4697"/>
                  </a:lnTo>
                  <a:lnTo>
                    <a:pt x="3165" y="3984"/>
                  </a:lnTo>
                  <a:lnTo>
                    <a:pt x="3708" y="3271"/>
                  </a:lnTo>
                  <a:lnTo>
                    <a:pt x="3967" y="2915"/>
                  </a:lnTo>
                  <a:lnTo>
                    <a:pt x="4216" y="2558"/>
                  </a:lnTo>
                  <a:lnTo>
                    <a:pt x="4689" y="1890"/>
                  </a:lnTo>
                  <a:lnTo>
                    <a:pt x="5098" y="1284"/>
                  </a:lnTo>
                  <a:lnTo>
                    <a:pt x="5437" y="767"/>
                  </a:lnTo>
                  <a:lnTo>
                    <a:pt x="5696" y="357"/>
                  </a:lnTo>
                  <a:lnTo>
                    <a:pt x="5909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4236200" y="2392825"/>
              <a:ext cx="157750" cy="17200"/>
            </a:xfrm>
            <a:custGeom>
              <a:rect b="b" l="l" r="r" t="t"/>
              <a:pathLst>
                <a:path extrusionOk="0" h="688" w="6310">
                  <a:moveTo>
                    <a:pt x="4831" y="1"/>
                  </a:moveTo>
                  <a:lnTo>
                    <a:pt x="4296" y="10"/>
                  </a:lnTo>
                  <a:lnTo>
                    <a:pt x="3726" y="36"/>
                  </a:lnTo>
                  <a:lnTo>
                    <a:pt x="3128" y="81"/>
                  </a:lnTo>
                  <a:lnTo>
                    <a:pt x="2540" y="143"/>
                  </a:lnTo>
                  <a:lnTo>
                    <a:pt x="1979" y="215"/>
                  </a:lnTo>
                  <a:lnTo>
                    <a:pt x="1444" y="295"/>
                  </a:lnTo>
                  <a:lnTo>
                    <a:pt x="972" y="384"/>
                  </a:lnTo>
                  <a:lnTo>
                    <a:pt x="571" y="473"/>
                  </a:lnTo>
                  <a:lnTo>
                    <a:pt x="268" y="544"/>
                  </a:lnTo>
                  <a:lnTo>
                    <a:pt x="0" y="625"/>
                  </a:lnTo>
                  <a:lnTo>
                    <a:pt x="277" y="651"/>
                  </a:lnTo>
                  <a:lnTo>
                    <a:pt x="589" y="669"/>
                  </a:lnTo>
                  <a:lnTo>
                    <a:pt x="999" y="687"/>
                  </a:lnTo>
                  <a:lnTo>
                    <a:pt x="1480" y="687"/>
                  </a:lnTo>
                  <a:lnTo>
                    <a:pt x="2014" y="678"/>
                  </a:lnTo>
                  <a:lnTo>
                    <a:pt x="2585" y="642"/>
                  </a:lnTo>
                  <a:lnTo>
                    <a:pt x="3182" y="607"/>
                  </a:lnTo>
                  <a:lnTo>
                    <a:pt x="3770" y="544"/>
                  </a:lnTo>
                  <a:lnTo>
                    <a:pt x="4332" y="473"/>
                  </a:lnTo>
                  <a:lnTo>
                    <a:pt x="4866" y="384"/>
                  </a:lnTo>
                  <a:lnTo>
                    <a:pt x="5339" y="304"/>
                  </a:lnTo>
                  <a:lnTo>
                    <a:pt x="5740" y="215"/>
                  </a:lnTo>
                  <a:lnTo>
                    <a:pt x="6043" y="143"/>
                  </a:lnTo>
                  <a:lnTo>
                    <a:pt x="6310" y="63"/>
                  </a:lnTo>
                  <a:lnTo>
                    <a:pt x="6034" y="36"/>
                  </a:lnTo>
                  <a:lnTo>
                    <a:pt x="5722" y="19"/>
                  </a:lnTo>
                  <a:lnTo>
                    <a:pt x="5312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3856550" y="3094875"/>
              <a:ext cx="16725" cy="431800"/>
            </a:xfrm>
            <a:custGeom>
              <a:rect b="b" l="l" r="r" t="t"/>
              <a:pathLst>
                <a:path extrusionOk="0" h="17272" w="669">
                  <a:moveTo>
                    <a:pt x="72" y="0"/>
                  </a:moveTo>
                  <a:lnTo>
                    <a:pt x="63" y="196"/>
                  </a:lnTo>
                  <a:lnTo>
                    <a:pt x="45" y="740"/>
                  </a:lnTo>
                  <a:lnTo>
                    <a:pt x="27" y="1595"/>
                  </a:lnTo>
                  <a:lnTo>
                    <a:pt x="9" y="2121"/>
                  </a:lnTo>
                  <a:lnTo>
                    <a:pt x="9" y="2700"/>
                  </a:lnTo>
                  <a:lnTo>
                    <a:pt x="1" y="4010"/>
                  </a:lnTo>
                  <a:lnTo>
                    <a:pt x="9" y="5472"/>
                  </a:lnTo>
                  <a:lnTo>
                    <a:pt x="18" y="6238"/>
                  </a:lnTo>
                  <a:lnTo>
                    <a:pt x="36" y="7032"/>
                  </a:lnTo>
                  <a:lnTo>
                    <a:pt x="72" y="8645"/>
                  </a:lnTo>
                  <a:lnTo>
                    <a:pt x="134" y="10249"/>
                  </a:lnTo>
                  <a:lnTo>
                    <a:pt x="161" y="11042"/>
                  </a:lnTo>
                  <a:lnTo>
                    <a:pt x="197" y="11808"/>
                  </a:lnTo>
                  <a:lnTo>
                    <a:pt x="277" y="13270"/>
                  </a:lnTo>
                  <a:lnTo>
                    <a:pt x="366" y="14571"/>
                  </a:lnTo>
                  <a:lnTo>
                    <a:pt x="402" y="15150"/>
                  </a:lnTo>
                  <a:lnTo>
                    <a:pt x="446" y="15676"/>
                  </a:lnTo>
                  <a:lnTo>
                    <a:pt x="517" y="16532"/>
                  </a:lnTo>
                  <a:lnTo>
                    <a:pt x="571" y="17075"/>
                  </a:lnTo>
                  <a:lnTo>
                    <a:pt x="598" y="17271"/>
                  </a:lnTo>
                  <a:lnTo>
                    <a:pt x="607" y="17075"/>
                  </a:lnTo>
                  <a:lnTo>
                    <a:pt x="624" y="16523"/>
                  </a:lnTo>
                  <a:lnTo>
                    <a:pt x="642" y="15667"/>
                  </a:lnTo>
                  <a:lnTo>
                    <a:pt x="651" y="15150"/>
                  </a:lnTo>
                  <a:lnTo>
                    <a:pt x="660" y="14562"/>
                  </a:lnTo>
                  <a:lnTo>
                    <a:pt x="669" y="13261"/>
                  </a:lnTo>
                  <a:lnTo>
                    <a:pt x="660" y="11799"/>
                  </a:lnTo>
                  <a:lnTo>
                    <a:pt x="651" y="11024"/>
                  </a:lnTo>
                  <a:lnTo>
                    <a:pt x="633" y="10240"/>
                  </a:lnTo>
                  <a:lnTo>
                    <a:pt x="598" y="8627"/>
                  </a:lnTo>
                  <a:lnTo>
                    <a:pt x="535" y="7014"/>
                  </a:lnTo>
                  <a:lnTo>
                    <a:pt x="500" y="6229"/>
                  </a:lnTo>
                  <a:lnTo>
                    <a:pt x="464" y="5454"/>
                  </a:lnTo>
                  <a:lnTo>
                    <a:pt x="384" y="4002"/>
                  </a:lnTo>
                  <a:lnTo>
                    <a:pt x="304" y="2691"/>
                  </a:lnTo>
                  <a:lnTo>
                    <a:pt x="259" y="2112"/>
                  </a:lnTo>
                  <a:lnTo>
                    <a:pt x="214" y="1586"/>
                  </a:lnTo>
                  <a:lnTo>
                    <a:pt x="143" y="740"/>
                  </a:lnTo>
                  <a:lnTo>
                    <a:pt x="90" y="196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821350" y="3349525"/>
              <a:ext cx="18750" cy="303250"/>
            </a:xfrm>
            <a:custGeom>
              <a:rect b="b" l="l" r="r" t="t"/>
              <a:pathLst>
                <a:path extrusionOk="0" h="12130" w="750">
                  <a:moveTo>
                    <a:pt x="45" y="0"/>
                  </a:moveTo>
                  <a:lnTo>
                    <a:pt x="27" y="517"/>
                  </a:lnTo>
                  <a:lnTo>
                    <a:pt x="9" y="1123"/>
                  </a:lnTo>
                  <a:lnTo>
                    <a:pt x="1" y="1899"/>
                  </a:lnTo>
                  <a:lnTo>
                    <a:pt x="9" y="2825"/>
                  </a:lnTo>
                  <a:lnTo>
                    <a:pt x="27" y="3850"/>
                  </a:lnTo>
                  <a:lnTo>
                    <a:pt x="45" y="4394"/>
                  </a:lnTo>
                  <a:lnTo>
                    <a:pt x="63" y="4946"/>
                  </a:lnTo>
                  <a:lnTo>
                    <a:pt x="116" y="6078"/>
                  </a:lnTo>
                  <a:lnTo>
                    <a:pt x="188" y="7210"/>
                  </a:lnTo>
                  <a:lnTo>
                    <a:pt x="223" y="7763"/>
                  </a:lnTo>
                  <a:lnTo>
                    <a:pt x="268" y="8306"/>
                  </a:lnTo>
                  <a:lnTo>
                    <a:pt x="357" y="9331"/>
                  </a:lnTo>
                  <a:lnTo>
                    <a:pt x="446" y="10240"/>
                  </a:lnTo>
                  <a:lnTo>
                    <a:pt x="535" y="11015"/>
                  </a:lnTo>
                  <a:lnTo>
                    <a:pt x="615" y="11613"/>
                  </a:lnTo>
                  <a:lnTo>
                    <a:pt x="696" y="12129"/>
                  </a:lnTo>
                  <a:lnTo>
                    <a:pt x="722" y="11604"/>
                  </a:lnTo>
                  <a:lnTo>
                    <a:pt x="740" y="11006"/>
                  </a:lnTo>
                  <a:lnTo>
                    <a:pt x="749" y="10231"/>
                  </a:lnTo>
                  <a:lnTo>
                    <a:pt x="740" y="9304"/>
                  </a:lnTo>
                  <a:lnTo>
                    <a:pt x="722" y="8279"/>
                  </a:lnTo>
                  <a:lnTo>
                    <a:pt x="705" y="7736"/>
                  </a:lnTo>
                  <a:lnTo>
                    <a:pt x="687" y="7183"/>
                  </a:lnTo>
                  <a:lnTo>
                    <a:pt x="633" y="6052"/>
                  </a:lnTo>
                  <a:lnTo>
                    <a:pt x="562" y="4920"/>
                  </a:lnTo>
                  <a:lnTo>
                    <a:pt x="526" y="4367"/>
                  </a:lnTo>
                  <a:lnTo>
                    <a:pt x="482" y="3824"/>
                  </a:lnTo>
                  <a:lnTo>
                    <a:pt x="393" y="2799"/>
                  </a:lnTo>
                  <a:lnTo>
                    <a:pt x="304" y="1881"/>
                  </a:lnTo>
                  <a:lnTo>
                    <a:pt x="205" y="1114"/>
                  </a:lnTo>
                  <a:lnTo>
                    <a:pt x="125" y="517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6242025" y="3146775"/>
              <a:ext cx="20750" cy="431575"/>
            </a:xfrm>
            <a:custGeom>
              <a:rect b="b" l="l" r="r" t="t"/>
              <a:pathLst>
                <a:path extrusionOk="0" h="17263" w="830">
                  <a:moveTo>
                    <a:pt x="794" y="1"/>
                  </a:moveTo>
                  <a:lnTo>
                    <a:pt x="776" y="197"/>
                  </a:lnTo>
                  <a:lnTo>
                    <a:pt x="714" y="740"/>
                  </a:lnTo>
                  <a:lnTo>
                    <a:pt x="625" y="1587"/>
                  </a:lnTo>
                  <a:lnTo>
                    <a:pt x="580" y="2113"/>
                  </a:lnTo>
                  <a:lnTo>
                    <a:pt x="527" y="2692"/>
                  </a:lnTo>
                  <a:lnTo>
                    <a:pt x="429" y="3993"/>
                  </a:lnTo>
                  <a:lnTo>
                    <a:pt x="331" y="5455"/>
                  </a:lnTo>
                  <a:lnTo>
                    <a:pt x="277" y="6221"/>
                  </a:lnTo>
                  <a:lnTo>
                    <a:pt x="233" y="7005"/>
                  </a:lnTo>
                  <a:lnTo>
                    <a:pt x="152" y="8618"/>
                  </a:lnTo>
                  <a:lnTo>
                    <a:pt x="90" y="10231"/>
                  </a:lnTo>
                  <a:lnTo>
                    <a:pt x="63" y="11016"/>
                  </a:lnTo>
                  <a:lnTo>
                    <a:pt x="45" y="11791"/>
                  </a:lnTo>
                  <a:lnTo>
                    <a:pt x="19" y="13244"/>
                  </a:lnTo>
                  <a:lnTo>
                    <a:pt x="1" y="14554"/>
                  </a:lnTo>
                  <a:lnTo>
                    <a:pt x="1" y="15133"/>
                  </a:lnTo>
                  <a:lnTo>
                    <a:pt x="10" y="15659"/>
                  </a:lnTo>
                  <a:lnTo>
                    <a:pt x="19" y="16514"/>
                  </a:lnTo>
                  <a:lnTo>
                    <a:pt x="28" y="17067"/>
                  </a:lnTo>
                  <a:lnTo>
                    <a:pt x="37" y="17263"/>
                  </a:lnTo>
                  <a:lnTo>
                    <a:pt x="54" y="17067"/>
                  </a:lnTo>
                  <a:lnTo>
                    <a:pt x="117" y="16523"/>
                  </a:lnTo>
                  <a:lnTo>
                    <a:pt x="197" y="15668"/>
                  </a:lnTo>
                  <a:lnTo>
                    <a:pt x="250" y="15151"/>
                  </a:lnTo>
                  <a:lnTo>
                    <a:pt x="304" y="14571"/>
                  </a:lnTo>
                  <a:lnTo>
                    <a:pt x="402" y="13261"/>
                  </a:lnTo>
                  <a:lnTo>
                    <a:pt x="500" y="11809"/>
                  </a:lnTo>
                  <a:lnTo>
                    <a:pt x="553" y="11042"/>
                  </a:lnTo>
                  <a:lnTo>
                    <a:pt x="598" y="10249"/>
                  </a:lnTo>
                  <a:lnTo>
                    <a:pt x="678" y="8645"/>
                  </a:lnTo>
                  <a:lnTo>
                    <a:pt x="741" y="7032"/>
                  </a:lnTo>
                  <a:lnTo>
                    <a:pt x="767" y="6239"/>
                  </a:lnTo>
                  <a:lnTo>
                    <a:pt x="785" y="5472"/>
                  </a:lnTo>
                  <a:lnTo>
                    <a:pt x="812" y="4011"/>
                  </a:lnTo>
                  <a:lnTo>
                    <a:pt x="830" y="2701"/>
                  </a:lnTo>
                  <a:lnTo>
                    <a:pt x="830" y="2122"/>
                  </a:lnTo>
                  <a:lnTo>
                    <a:pt x="821" y="1596"/>
                  </a:lnTo>
                  <a:lnTo>
                    <a:pt x="812" y="740"/>
                  </a:lnTo>
                  <a:lnTo>
                    <a:pt x="803" y="197"/>
                  </a:lnTo>
                  <a:lnTo>
                    <a:pt x="794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6197250" y="3397875"/>
              <a:ext cx="13850" cy="303900"/>
            </a:xfrm>
            <a:custGeom>
              <a:rect b="b" l="l" r="r" t="t"/>
              <a:pathLst>
                <a:path extrusionOk="0" h="12156" w="554">
                  <a:moveTo>
                    <a:pt x="402" y="0"/>
                  </a:moveTo>
                  <a:lnTo>
                    <a:pt x="339" y="526"/>
                  </a:lnTo>
                  <a:lnTo>
                    <a:pt x="277" y="1123"/>
                  </a:lnTo>
                  <a:lnTo>
                    <a:pt x="215" y="1898"/>
                  </a:lnTo>
                  <a:lnTo>
                    <a:pt x="152" y="2816"/>
                  </a:lnTo>
                  <a:lnTo>
                    <a:pt x="99" y="3841"/>
                  </a:lnTo>
                  <a:lnTo>
                    <a:pt x="72" y="4385"/>
                  </a:lnTo>
                  <a:lnTo>
                    <a:pt x="45" y="4937"/>
                  </a:lnTo>
                  <a:lnTo>
                    <a:pt x="18" y="6069"/>
                  </a:lnTo>
                  <a:lnTo>
                    <a:pt x="1" y="7210"/>
                  </a:lnTo>
                  <a:lnTo>
                    <a:pt x="1" y="7762"/>
                  </a:lnTo>
                  <a:lnTo>
                    <a:pt x="1" y="8306"/>
                  </a:lnTo>
                  <a:lnTo>
                    <a:pt x="10" y="9331"/>
                  </a:lnTo>
                  <a:lnTo>
                    <a:pt x="36" y="10249"/>
                  </a:lnTo>
                  <a:lnTo>
                    <a:pt x="72" y="11033"/>
                  </a:lnTo>
                  <a:lnTo>
                    <a:pt x="108" y="11630"/>
                  </a:lnTo>
                  <a:lnTo>
                    <a:pt x="152" y="12156"/>
                  </a:lnTo>
                  <a:lnTo>
                    <a:pt x="215" y="11630"/>
                  </a:lnTo>
                  <a:lnTo>
                    <a:pt x="277" y="11033"/>
                  </a:lnTo>
                  <a:lnTo>
                    <a:pt x="339" y="10258"/>
                  </a:lnTo>
                  <a:lnTo>
                    <a:pt x="402" y="9340"/>
                  </a:lnTo>
                  <a:lnTo>
                    <a:pt x="455" y="8315"/>
                  </a:lnTo>
                  <a:lnTo>
                    <a:pt x="482" y="7771"/>
                  </a:lnTo>
                  <a:lnTo>
                    <a:pt x="509" y="7219"/>
                  </a:lnTo>
                  <a:lnTo>
                    <a:pt x="535" y="6087"/>
                  </a:lnTo>
                  <a:lnTo>
                    <a:pt x="553" y="4955"/>
                  </a:lnTo>
                  <a:lnTo>
                    <a:pt x="553" y="4394"/>
                  </a:lnTo>
                  <a:lnTo>
                    <a:pt x="553" y="3850"/>
                  </a:lnTo>
                  <a:lnTo>
                    <a:pt x="535" y="2825"/>
                  </a:lnTo>
                  <a:lnTo>
                    <a:pt x="509" y="1907"/>
                  </a:lnTo>
                  <a:lnTo>
                    <a:pt x="482" y="1132"/>
                  </a:lnTo>
                  <a:lnTo>
                    <a:pt x="446" y="526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4921750" y="2332900"/>
              <a:ext cx="61075" cy="112975"/>
            </a:xfrm>
            <a:custGeom>
              <a:rect b="b" l="l" r="r" t="t"/>
              <a:pathLst>
                <a:path extrusionOk="0" h="4519" w="2443">
                  <a:moveTo>
                    <a:pt x="0" y="1"/>
                  </a:moveTo>
                  <a:lnTo>
                    <a:pt x="2442" y="4519"/>
                  </a:lnTo>
                  <a:lnTo>
                    <a:pt x="2406" y="4260"/>
                  </a:lnTo>
                  <a:lnTo>
                    <a:pt x="2371" y="4002"/>
                  </a:lnTo>
                  <a:lnTo>
                    <a:pt x="2317" y="3752"/>
                  </a:lnTo>
                  <a:lnTo>
                    <a:pt x="2255" y="3512"/>
                  </a:lnTo>
                  <a:lnTo>
                    <a:pt x="2193" y="3271"/>
                  </a:lnTo>
                  <a:lnTo>
                    <a:pt x="2112" y="3048"/>
                  </a:lnTo>
                  <a:lnTo>
                    <a:pt x="2032" y="2826"/>
                  </a:lnTo>
                  <a:lnTo>
                    <a:pt x="1943" y="2612"/>
                  </a:lnTo>
                  <a:lnTo>
                    <a:pt x="1854" y="2407"/>
                  </a:lnTo>
                  <a:lnTo>
                    <a:pt x="1756" y="2211"/>
                  </a:lnTo>
                  <a:lnTo>
                    <a:pt x="1658" y="2024"/>
                  </a:lnTo>
                  <a:lnTo>
                    <a:pt x="1551" y="1836"/>
                  </a:lnTo>
                  <a:lnTo>
                    <a:pt x="1444" y="1667"/>
                  </a:lnTo>
                  <a:lnTo>
                    <a:pt x="1337" y="1498"/>
                  </a:lnTo>
                  <a:lnTo>
                    <a:pt x="1123" y="1195"/>
                  </a:lnTo>
                  <a:lnTo>
                    <a:pt x="909" y="918"/>
                  </a:lnTo>
                  <a:lnTo>
                    <a:pt x="704" y="678"/>
                  </a:lnTo>
                  <a:lnTo>
                    <a:pt x="517" y="473"/>
                  </a:lnTo>
                  <a:lnTo>
                    <a:pt x="348" y="304"/>
                  </a:lnTo>
                  <a:lnTo>
                    <a:pt x="205" y="170"/>
                  </a:lnTo>
                  <a:lnTo>
                    <a:pt x="98" y="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030700" y="2239100"/>
              <a:ext cx="143725" cy="223950"/>
            </a:xfrm>
            <a:custGeom>
              <a:rect b="b" l="l" r="r" t="t"/>
              <a:pathLst>
                <a:path extrusionOk="0" h="8958" w="5749">
                  <a:moveTo>
                    <a:pt x="5748" y="1"/>
                  </a:moveTo>
                  <a:lnTo>
                    <a:pt x="5552" y="170"/>
                  </a:lnTo>
                  <a:lnTo>
                    <a:pt x="5320" y="375"/>
                  </a:lnTo>
                  <a:lnTo>
                    <a:pt x="5017" y="660"/>
                  </a:lnTo>
                  <a:lnTo>
                    <a:pt x="4652" y="1017"/>
                  </a:lnTo>
                  <a:lnTo>
                    <a:pt x="4233" y="1444"/>
                  </a:lnTo>
                  <a:lnTo>
                    <a:pt x="4010" y="1676"/>
                  </a:lnTo>
                  <a:lnTo>
                    <a:pt x="3788" y="1935"/>
                  </a:lnTo>
                  <a:lnTo>
                    <a:pt x="3547" y="2211"/>
                  </a:lnTo>
                  <a:lnTo>
                    <a:pt x="3306" y="2496"/>
                  </a:lnTo>
                  <a:lnTo>
                    <a:pt x="3066" y="2799"/>
                  </a:lnTo>
                  <a:lnTo>
                    <a:pt x="2816" y="3120"/>
                  </a:lnTo>
                  <a:lnTo>
                    <a:pt x="2576" y="3450"/>
                  </a:lnTo>
                  <a:lnTo>
                    <a:pt x="2326" y="3797"/>
                  </a:lnTo>
                  <a:lnTo>
                    <a:pt x="2085" y="4162"/>
                  </a:lnTo>
                  <a:lnTo>
                    <a:pt x="1845" y="4537"/>
                  </a:lnTo>
                  <a:lnTo>
                    <a:pt x="1613" y="4920"/>
                  </a:lnTo>
                  <a:lnTo>
                    <a:pt x="1381" y="5330"/>
                  </a:lnTo>
                  <a:lnTo>
                    <a:pt x="1168" y="5740"/>
                  </a:lnTo>
                  <a:lnTo>
                    <a:pt x="963" y="6168"/>
                  </a:lnTo>
                  <a:lnTo>
                    <a:pt x="767" y="6604"/>
                  </a:lnTo>
                  <a:lnTo>
                    <a:pt x="579" y="7050"/>
                  </a:lnTo>
                  <a:lnTo>
                    <a:pt x="410" y="7513"/>
                  </a:lnTo>
                  <a:lnTo>
                    <a:pt x="259" y="7986"/>
                  </a:lnTo>
                  <a:lnTo>
                    <a:pt x="116" y="8467"/>
                  </a:lnTo>
                  <a:lnTo>
                    <a:pt x="54" y="8708"/>
                  </a:lnTo>
                  <a:lnTo>
                    <a:pt x="0" y="8957"/>
                  </a:lnTo>
                  <a:lnTo>
                    <a:pt x="57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4982800" y="2196550"/>
              <a:ext cx="32775" cy="211900"/>
            </a:xfrm>
            <a:custGeom>
              <a:rect b="b" l="l" r="r" t="t"/>
              <a:pathLst>
                <a:path extrusionOk="0" h="8476" w="1311">
                  <a:moveTo>
                    <a:pt x="0" y="0"/>
                  </a:moveTo>
                  <a:lnTo>
                    <a:pt x="1114" y="8476"/>
                  </a:lnTo>
                  <a:lnTo>
                    <a:pt x="1185" y="8030"/>
                  </a:lnTo>
                  <a:lnTo>
                    <a:pt x="1230" y="7593"/>
                  </a:lnTo>
                  <a:lnTo>
                    <a:pt x="1274" y="7157"/>
                  </a:lnTo>
                  <a:lnTo>
                    <a:pt x="1292" y="6738"/>
                  </a:lnTo>
                  <a:lnTo>
                    <a:pt x="1310" y="6319"/>
                  </a:lnTo>
                  <a:lnTo>
                    <a:pt x="1310" y="5918"/>
                  </a:lnTo>
                  <a:lnTo>
                    <a:pt x="1292" y="5517"/>
                  </a:lnTo>
                  <a:lnTo>
                    <a:pt x="1274" y="5134"/>
                  </a:lnTo>
                  <a:lnTo>
                    <a:pt x="1248" y="4750"/>
                  </a:lnTo>
                  <a:lnTo>
                    <a:pt x="1203" y="4385"/>
                  </a:lnTo>
                  <a:lnTo>
                    <a:pt x="1159" y="4038"/>
                  </a:lnTo>
                  <a:lnTo>
                    <a:pt x="1105" y="3690"/>
                  </a:lnTo>
                  <a:lnTo>
                    <a:pt x="1052" y="3360"/>
                  </a:lnTo>
                  <a:lnTo>
                    <a:pt x="989" y="3039"/>
                  </a:lnTo>
                  <a:lnTo>
                    <a:pt x="927" y="2736"/>
                  </a:lnTo>
                  <a:lnTo>
                    <a:pt x="856" y="2442"/>
                  </a:lnTo>
                  <a:lnTo>
                    <a:pt x="784" y="2166"/>
                  </a:lnTo>
                  <a:lnTo>
                    <a:pt x="704" y="1908"/>
                  </a:lnTo>
                  <a:lnTo>
                    <a:pt x="562" y="1426"/>
                  </a:lnTo>
                  <a:lnTo>
                    <a:pt x="419" y="1008"/>
                  </a:lnTo>
                  <a:lnTo>
                    <a:pt x="285" y="651"/>
                  </a:lnTo>
                  <a:lnTo>
                    <a:pt x="169" y="375"/>
                  </a:lnTo>
                  <a:lnTo>
                    <a:pt x="80" y="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4885200" y="2290350"/>
              <a:ext cx="35000" cy="42575"/>
            </a:xfrm>
            <a:custGeom>
              <a:rect b="b" l="l" r="r" t="t"/>
              <a:pathLst>
                <a:path extrusionOk="0" h="1703" w="1400">
                  <a:moveTo>
                    <a:pt x="794" y="0"/>
                  </a:moveTo>
                  <a:lnTo>
                    <a:pt x="1" y="116"/>
                  </a:lnTo>
                  <a:lnTo>
                    <a:pt x="1" y="1471"/>
                  </a:lnTo>
                  <a:lnTo>
                    <a:pt x="348" y="1159"/>
                  </a:lnTo>
                  <a:lnTo>
                    <a:pt x="767" y="1703"/>
                  </a:lnTo>
                  <a:lnTo>
                    <a:pt x="1400" y="972"/>
                  </a:lnTo>
                  <a:lnTo>
                    <a:pt x="1097" y="526"/>
                  </a:lnTo>
                  <a:lnTo>
                    <a:pt x="1400" y="330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950250" y="2153550"/>
              <a:ext cx="38125" cy="43025"/>
            </a:xfrm>
            <a:custGeom>
              <a:rect b="b" l="l" r="r" t="t"/>
              <a:pathLst>
                <a:path extrusionOk="0" h="1721" w="1525">
                  <a:moveTo>
                    <a:pt x="598" y="0"/>
                  </a:moveTo>
                  <a:lnTo>
                    <a:pt x="313" y="803"/>
                  </a:lnTo>
                  <a:lnTo>
                    <a:pt x="1" y="1373"/>
                  </a:lnTo>
                  <a:lnTo>
                    <a:pt x="509" y="1720"/>
                  </a:lnTo>
                  <a:lnTo>
                    <a:pt x="990" y="1114"/>
                  </a:lnTo>
                  <a:lnTo>
                    <a:pt x="1462" y="1498"/>
                  </a:lnTo>
                  <a:lnTo>
                    <a:pt x="1525" y="80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5174400" y="2209025"/>
              <a:ext cx="36100" cy="26100"/>
            </a:xfrm>
            <a:custGeom>
              <a:rect b="b" l="l" r="r" t="t"/>
              <a:pathLst>
                <a:path extrusionOk="0" h="1044" w="1444">
                  <a:moveTo>
                    <a:pt x="455" y="1"/>
                  </a:moveTo>
                  <a:lnTo>
                    <a:pt x="0" y="473"/>
                  </a:lnTo>
                  <a:lnTo>
                    <a:pt x="375" y="803"/>
                  </a:lnTo>
                  <a:lnTo>
                    <a:pt x="722" y="990"/>
                  </a:lnTo>
                  <a:lnTo>
                    <a:pt x="1007" y="535"/>
                  </a:lnTo>
                  <a:lnTo>
                    <a:pt x="1382" y="1043"/>
                  </a:lnTo>
                  <a:lnTo>
                    <a:pt x="1444" y="179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3901325" y="2900375"/>
              <a:ext cx="759775" cy="52825"/>
            </a:xfrm>
            <a:custGeom>
              <a:rect b="b" l="l" r="r" t="t"/>
              <a:pathLst>
                <a:path extrusionOk="0" h="2113" w="30391">
                  <a:moveTo>
                    <a:pt x="30390" y="0"/>
                  </a:moveTo>
                  <a:lnTo>
                    <a:pt x="25908" y="54"/>
                  </a:lnTo>
                  <a:lnTo>
                    <a:pt x="1" y="811"/>
                  </a:lnTo>
                  <a:lnTo>
                    <a:pt x="37" y="2112"/>
                  </a:lnTo>
                  <a:lnTo>
                    <a:pt x="29891" y="1239"/>
                  </a:lnTo>
                  <a:lnTo>
                    <a:pt x="303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2200" lIns="92200" spcFirstLastPara="1" rIns="92200" wrap="square" tIns="92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resentación de los datos</a:t>
            </a:r>
            <a:endParaRPr/>
          </a:p>
        </p:txBody>
      </p:sp>
      <p:grpSp>
        <p:nvGrpSpPr>
          <p:cNvPr id="137" name="Google Shape;137;p14"/>
          <p:cNvGrpSpPr/>
          <p:nvPr/>
        </p:nvGrpSpPr>
        <p:grpSpPr>
          <a:xfrm>
            <a:off x="170887" y="1330474"/>
            <a:ext cx="8802232" cy="3021804"/>
            <a:chOff x="607388" y="1210700"/>
            <a:chExt cx="7929224" cy="2722100"/>
          </a:xfrm>
        </p:grpSpPr>
        <p:pic>
          <p:nvPicPr>
            <p:cNvPr id="138" name="Google Shape;138;p14"/>
            <p:cNvPicPr preferRelativeResize="0"/>
            <p:nvPr/>
          </p:nvPicPr>
          <p:blipFill rotWithShape="1">
            <a:blip r:embed="rId3">
              <a:alphaModFix/>
            </a:blip>
            <a:srcRect b="0" l="0" r="60438" t="0"/>
            <a:stretch/>
          </p:blipFill>
          <p:spPr>
            <a:xfrm>
              <a:off x="607388" y="1210700"/>
              <a:ext cx="4260337" cy="272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4"/>
            <p:cNvPicPr preferRelativeResize="0"/>
            <p:nvPr/>
          </p:nvPicPr>
          <p:blipFill rotWithShape="1">
            <a:blip r:embed="rId3">
              <a:alphaModFix/>
            </a:blip>
            <a:srcRect b="0" l="65931" r="0" t="0"/>
            <a:stretch/>
          </p:blipFill>
          <p:spPr>
            <a:xfrm>
              <a:off x="4867724" y="1210700"/>
              <a:ext cx="3668888" cy="2722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 de </a:t>
            </a:r>
            <a:r>
              <a:rPr lang="en"/>
              <a:t>investigación</a:t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250" y="918175"/>
            <a:ext cx="7293500" cy="34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457200" y="4403360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¿Qué tan representativo es el incremento en el volumen de terremotos registrados respecto al comportamiento real del fenómeno sísmico?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Evolución del número de terremotos en función de la región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4619"/>
            <a:ext cx="9144002" cy="313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Evolución del número de terremotos en función de la magnitud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88" y="1055640"/>
            <a:ext cx="8947424" cy="37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06650" y="820775"/>
            <a:ext cx="18645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Figura clave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 y machine learning</a:t>
            </a:r>
            <a:endParaRPr/>
          </a:p>
        </p:txBody>
      </p:sp>
      <p:grpSp>
        <p:nvGrpSpPr>
          <p:cNvPr id="167" name="Google Shape;167;p18"/>
          <p:cNvGrpSpPr/>
          <p:nvPr/>
        </p:nvGrpSpPr>
        <p:grpSpPr>
          <a:xfrm>
            <a:off x="929306" y="1476607"/>
            <a:ext cx="736500" cy="736500"/>
            <a:chOff x="841506" y="2936925"/>
            <a:chExt cx="736500" cy="736500"/>
          </a:xfrm>
        </p:grpSpPr>
        <p:sp>
          <p:nvSpPr>
            <p:cNvPr id="168" name="Google Shape;168;p18"/>
            <p:cNvSpPr/>
            <p:nvPr/>
          </p:nvSpPr>
          <p:spPr>
            <a:xfrm>
              <a:off x="841506" y="2936925"/>
              <a:ext cx="736500" cy="736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" name="Google Shape;169;p18"/>
            <p:cNvGrpSpPr/>
            <p:nvPr/>
          </p:nvGrpSpPr>
          <p:grpSpPr>
            <a:xfrm>
              <a:off x="924828" y="3019416"/>
              <a:ext cx="569856" cy="571500"/>
              <a:chOff x="238125" y="1200975"/>
              <a:chExt cx="1161550" cy="1164900"/>
            </a:xfrm>
          </p:grpSpPr>
          <p:sp>
            <p:nvSpPr>
              <p:cNvPr id="170" name="Google Shape;170;p18"/>
              <p:cNvSpPr/>
              <p:nvPr/>
            </p:nvSpPr>
            <p:spPr>
              <a:xfrm>
                <a:off x="552750" y="1672550"/>
                <a:ext cx="102650" cy="161075"/>
              </a:xfrm>
              <a:custGeom>
                <a:rect b="b" l="l" r="r" t="t"/>
                <a:pathLst>
                  <a:path extrusionOk="0" h="6443" w="4106">
                    <a:moveTo>
                      <a:pt x="615" y="0"/>
                    </a:moveTo>
                    <a:lnTo>
                      <a:pt x="0" y="6443"/>
                    </a:lnTo>
                    <a:lnTo>
                      <a:pt x="3521" y="6443"/>
                    </a:lnTo>
                    <a:lnTo>
                      <a:pt x="4106" y="345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8"/>
              <p:cNvSpPr/>
              <p:nvPr/>
            </p:nvSpPr>
            <p:spPr>
              <a:xfrm>
                <a:off x="268825" y="1200975"/>
                <a:ext cx="709450" cy="750275"/>
              </a:xfrm>
              <a:custGeom>
                <a:rect b="b" l="l" r="r" t="t"/>
                <a:pathLst>
                  <a:path extrusionOk="0" h="30011" w="28378">
                    <a:moveTo>
                      <a:pt x="15538" y="0"/>
                    </a:moveTo>
                    <a:lnTo>
                      <a:pt x="1" y="12810"/>
                    </a:lnTo>
                    <a:lnTo>
                      <a:pt x="1739" y="14923"/>
                    </a:lnTo>
                    <a:lnTo>
                      <a:pt x="3162" y="13739"/>
                    </a:lnTo>
                    <a:lnTo>
                      <a:pt x="2053" y="25306"/>
                    </a:lnTo>
                    <a:lnTo>
                      <a:pt x="8616" y="25306"/>
                    </a:lnTo>
                    <a:lnTo>
                      <a:pt x="9515" y="15897"/>
                    </a:lnTo>
                    <a:lnTo>
                      <a:pt x="18444" y="16751"/>
                    </a:lnTo>
                    <a:lnTo>
                      <a:pt x="17620" y="25306"/>
                    </a:lnTo>
                    <a:lnTo>
                      <a:pt x="19868" y="25306"/>
                    </a:lnTo>
                    <a:lnTo>
                      <a:pt x="17755" y="29381"/>
                    </a:lnTo>
                    <a:lnTo>
                      <a:pt x="23718" y="30010"/>
                    </a:lnTo>
                    <a:lnTo>
                      <a:pt x="25082" y="15837"/>
                    </a:lnTo>
                    <a:lnTo>
                      <a:pt x="26280" y="17290"/>
                    </a:lnTo>
                    <a:lnTo>
                      <a:pt x="28378" y="15552"/>
                    </a:lnTo>
                    <a:lnTo>
                      <a:pt x="1553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8"/>
              <p:cNvSpPr/>
              <p:nvPr/>
            </p:nvSpPr>
            <p:spPr>
              <a:xfrm>
                <a:off x="238125" y="1901775"/>
                <a:ext cx="1161550" cy="464100"/>
              </a:xfrm>
              <a:custGeom>
                <a:rect b="b" l="l" r="r" t="t"/>
                <a:pathLst>
                  <a:path extrusionOk="0" h="18564" w="46462">
                    <a:moveTo>
                      <a:pt x="0" y="0"/>
                    </a:moveTo>
                    <a:lnTo>
                      <a:pt x="0" y="18564"/>
                    </a:lnTo>
                    <a:lnTo>
                      <a:pt x="46461" y="18564"/>
                    </a:lnTo>
                    <a:lnTo>
                      <a:pt x="46461" y="0"/>
                    </a:lnTo>
                    <a:lnTo>
                      <a:pt x="31374" y="0"/>
                    </a:lnTo>
                    <a:lnTo>
                      <a:pt x="28932" y="2338"/>
                    </a:lnTo>
                    <a:lnTo>
                      <a:pt x="32512" y="4495"/>
                    </a:lnTo>
                    <a:lnTo>
                      <a:pt x="19972" y="13724"/>
                    </a:lnTo>
                    <a:lnTo>
                      <a:pt x="19972" y="13724"/>
                    </a:lnTo>
                    <a:lnTo>
                      <a:pt x="21440" y="5664"/>
                    </a:lnTo>
                    <a:lnTo>
                      <a:pt x="15297" y="2547"/>
                    </a:lnTo>
                    <a:lnTo>
                      <a:pt x="1661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3" name="Google Shape;173;p18"/>
          <p:cNvGrpSpPr/>
          <p:nvPr/>
        </p:nvGrpSpPr>
        <p:grpSpPr>
          <a:xfrm>
            <a:off x="2049892" y="2556962"/>
            <a:ext cx="736500" cy="736500"/>
            <a:chOff x="3083004" y="2936925"/>
            <a:chExt cx="736500" cy="736500"/>
          </a:xfrm>
        </p:grpSpPr>
        <p:sp>
          <p:nvSpPr>
            <p:cNvPr id="174" name="Google Shape;174;p18"/>
            <p:cNvSpPr/>
            <p:nvPr/>
          </p:nvSpPr>
          <p:spPr>
            <a:xfrm>
              <a:off x="3083004" y="2936925"/>
              <a:ext cx="736500" cy="736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5" name="Google Shape;175;p18"/>
            <p:cNvGrpSpPr/>
            <p:nvPr/>
          </p:nvGrpSpPr>
          <p:grpSpPr>
            <a:xfrm>
              <a:off x="3165492" y="3019516"/>
              <a:ext cx="571524" cy="571316"/>
              <a:chOff x="2101200" y="1200975"/>
              <a:chExt cx="1164950" cy="1164525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2267900" y="1954950"/>
                <a:ext cx="831550" cy="410550"/>
              </a:xfrm>
              <a:custGeom>
                <a:rect b="b" l="l" r="r" t="t"/>
                <a:pathLst>
                  <a:path extrusionOk="0" h="16422" w="33262">
                    <a:moveTo>
                      <a:pt x="16631" y="1"/>
                    </a:moveTo>
                    <a:lnTo>
                      <a:pt x="11552" y="9964"/>
                    </a:lnTo>
                    <a:lnTo>
                      <a:pt x="7596" y="3222"/>
                    </a:lnTo>
                    <a:lnTo>
                      <a:pt x="6233" y="4900"/>
                    </a:lnTo>
                    <a:lnTo>
                      <a:pt x="0" y="4900"/>
                    </a:lnTo>
                    <a:lnTo>
                      <a:pt x="0" y="16422"/>
                    </a:lnTo>
                    <a:lnTo>
                      <a:pt x="33262" y="16422"/>
                    </a:lnTo>
                    <a:lnTo>
                      <a:pt x="33262" y="4900"/>
                    </a:lnTo>
                    <a:lnTo>
                      <a:pt x="27239" y="4900"/>
                    </a:lnTo>
                    <a:lnTo>
                      <a:pt x="24572" y="3042"/>
                    </a:lnTo>
                    <a:lnTo>
                      <a:pt x="20347" y="7223"/>
                    </a:lnTo>
                    <a:lnTo>
                      <a:pt x="166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2110575" y="1200975"/>
                <a:ext cx="1145825" cy="861125"/>
              </a:xfrm>
              <a:custGeom>
                <a:rect b="b" l="l" r="r" t="t"/>
                <a:pathLst>
                  <a:path extrusionOk="0" h="34445" w="45833">
                    <a:moveTo>
                      <a:pt x="21561" y="12645"/>
                    </a:moveTo>
                    <a:lnTo>
                      <a:pt x="21561" y="15387"/>
                    </a:lnTo>
                    <a:lnTo>
                      <a:pt x="18834" y="15387"/>
                    </a:lnTo>
                    <a:lnTo>
                      <a:pt x="18834" y="12645"/>
                    </a:lnTo>
                    <a:close/>
                    <a:moveTo>
                      <a:pt x="27014" y="12645"/>
                    </a:moveTo>
                    <a:lnTo>
                      <a:pt x="27014" y="15387"/>
                    </a:lnTo>
                    <a:lnTo>
                      <a:pt x="24287" y="15387"/>
                    </a:lnTo>
                    <a:lnTo>
                      <a:pt x="24287" y="12645"/>
                    </a:lnTo>
                    <a:close/>
                    <a:moveTo>
                      <a:pt x="21561" y="18114"/>
                    </a:moveTo>
                    <a:lnTo>
                      <a:pt x="21561" y="20841"/>
                    </a:lnTo>
                    <a:lnTo>
                      <a:pt x="18834" y="20841"/>
                    </a:lnTo>
                    <a:lnTo>
                      <a:pt x="18834" y="18114"/>
                    </a:lnTo>
                    <a:close/>
                    <a:moveTo>
                      <a:pt x="27014" y="18114"/>
                    </a:moveTo>
                    <a:lnTo>
                      <a:pt x="27014" y="20841"/>
                    </a:lnTo>
                    <a:lnTo>
                      <a:pt x="24287" y="20841"/>
                    </a:lnTo>
                    <a:lnTo>
                      <a:pt x="24287" y="18114"/>
                    </a:lnTo>
                    <a:close/>
                    <a:moveTo>
                      <a:pt x="22924" y="0"/>
                    </a:moveTo>
                    <a:lnTo>
                      <a:pt x="1" y="22699"/>
                    </a:lnTo>
                    <a:lnTo>
                      <a:pt x="6293" y="22699"/>
                    </a:lnTo>
                    <a:lnTo>
                      <a:pt x="6293" y="32317"/>
                    </a:lnTo>
                    <a:lnTo>
                      <a:pt x="11223" y="32317"/>
                    </a:lnTo>
                    <a:lnTo>
                      <a:pt x="14234" y="28602"/>
                    </a:lnTo>
                    <a:lnTo>
                      <a:pt x="17680" y="34445"/>
                    </a:lnTo>
                    <a:lnTo>
                      <a:pt x="22924" y="24182"/>
                    </a:lnTo>
                    <a:lnTo>
                      <a:pt x="27374" y="32827"/>
                    </a:lnTo>
                    <a:lnTo>
                      <a:pt x="30565" y="29666"/>
                    </a:lnTo>
                    <a:lnTo>
                      <a:pt x="34386" y="32317"/>
                    </a:lnTo>
                    <a:lnTo>
                      <a:pt x="39555" y="32317"/>
                    </a:lnTo>
                    <a:lnTo>
                      <a:pt x="39555" y="22699"/>
                    </a:lnTo>
                    <a:lnTo>
                      <a:pt x="45833" y="22699"/>
                    </a:lnTo>
                    <a:lnTo>
                      <a:pt x="229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3099425" y="2008900"/>
                <a:ext cx="166725" cy="68575"/>
              </a:xfrm>
              <a:custGeom>
                <a:rect b="b" l="l" r="r" t="t"/>
                <a:pathLst>
                  <a:path extrusionOk="0" h="2743" w="6669">
                    <a:moveTo>
                      <a:pt x="1" y="0"/>
                    </a:moveTo>
                    <a:lnTo>
                      <a:pt x="1" y="2742"/>
                    </a:lnTo>
                    <a:lnTo>
                      <a:pt x="6668" y="2742"/>
                    </a:lnTo>
                    <a:lnTo>
                      <a:pt x="666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2101200" y="2008900"/>
                <a:ext cx="166725" cy="68575"/>
              </a:xfrm>
              <a:custGeom>
                <a:rect b="b" l="l" r="r" t="t"/>
                <a:pathLst>
                  <a:path extrusionOk="0" h="2743" w="6669">
                    <a:moveTo>
                      <a:pt x="1" y="0"/>
                    </a:moveTo>
                    <a:lnTo>
                      <a:pt x="1" y="2742"/>
                    </a:lnTo>
                    <a:lnTo>
                      <a:pt x="6668" y="2742"/>
                    </a:lnTo>
                    <a:lnTo>
                      <a:pt x="666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0" name="Google Shape;180;p18"/>
          <p:cNvGrpSpPr/>
          <p:nvPr/>
        </p:nvGrpSpPr>
        <p:grpSpPr>
          <a:xfrm>
            <a:off x="3105111" y="3627184"/>
            <a:ext cx="736500" cy="736500"/>
            <a:chOff x="5324502" y="2936925"/>
            <a:chExt cx="736500" cy="736500"/>
          </a:xfrm>
        </p:grpSpPr>
        <p:sp>
          <p:nvSpPr>
            <p:cNvPr id="181" name="Google Shape;181;p18"/>
            <p:cNvSpPr/>
            <p:nvPr/>
          </p:nvSpPr>
          <p:spPr>
            <a:xfrm>
              <a:off x="5324502" y="2936925"/>
              <a:ext cx="736500" cy="736500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p18"/>
            <p:cNvGrpSpPr/>
            <p:nvPr/>
          </p:nvGrpSpPr>
          <p:grpSpPr>
            <a:xfrm>
              <a:off x="5406996" y="3019755"/>
              <a:ext cx="571512" cy="570825"/>
              <a:chOff x="5320724" y="3863843"/>
              <a:chExt cx="571512" cy="570825"/>
            </a:xfrm>
          </p:grpSpPr>
          <p:sp>
            <p:nvSpPr>
              <p:cNvPr id="183" name="Google Shape;183;p18"/>
              <p:cNvSpPr/>
              <p:nvPr/>
            </p:nvSpPr>
            <p:spPr>
              <a:xfrm>
                <a:off x="5576366" y="4330648"/>
                <a:ext cx="59559" cy="104019"/>
              </a:xfrm>
              <a:custGeom>
                <a:rect b="b" l="l" r="r" t="t"/>
                <a:pathLst>
                  <a:path extrusionOk="0" h="8481" w="4856">
                    <a:moveTo>
                      <a:pt x="1" y="1"/>
                    </a:moveTo>
                    <a:lnTo>
                      <a:pt x="1" y="8481"/>
                    </a:lnTo>
                    <a:lnTo>
                      <a:pt x="4855" y="8481"/>
                    </a:lnTo>
                    <a:lnTo>
                      <a:pt x="4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>
                <a:off x="5320724" y="4121871"/>
                <a:ext cx="571512" cy="312770"/>
              </a:xfrm>
              <a:custGeom>
                <a:rect b="b" l="l" r="r" t="t"/>
                <a:pathLst>
                  <a:path extrusionOk="0" h="25501" w="46597">
                    <a:moveTo>
                      <a:pt x="19687" y="6548"/>
                    </a:moveTo>
                    <a:lnTo>
                      <a:pt x="19687" y="10833"/>
                    </a:lnTo>
                    <a:lnTo>
                      <a:pt x="16960" y="10833"/>
                    </a:lnTo>
                    <a:lnTo>
                      <a:pt x="16960" y="6548"/>
                    </a:lnTo>
                    <a:close/>
                    <a:moveTo>
                      <a:pt x="24632" y="6548"/>
                    </a:moveTo>
                    <a:lnTo>
                      <a:pt x="24632" y="10833"/>
                    </a:lnTo>
                    <a:lnTo>
                      <a:pt x="21905" y="10833"/>
                    </a:lnTo>
                    <a:lnTo>
                      <a:pt x="21905" y="6548"/>
                    </a:lnTo>
                    <a:close/>
                    <a:moveTo>
                      <a:pt x="29576" y="6548"/>
                    </a:moveTo>
                    <a:lnTo>
                      <a:pt x="29576" y="10833"/>
                    </a:lnTo>
                    <a:lnTo>
                      <a:pt x="26849" y="10833"/>
                    </a:lnTo>
                    <a:lnTo>
                      <a:pt x="26849" y="6548"/>
                    </a:lnTo>
                    <a:close/>
                    <a:moveTo>
                      <a:pt x="14294" y="1"/>
                    </a:moveTo>
                    <a:lnTo>
                      <a:pt x="9949" y="2907"/>
                    </a:lnTo>
                    <a:lnTo>
                      <a:pt x="9949" y="22774"/>
                    </a:lnTo>
                    <a:lnTo>
                      <a:pt x="0" y="22774"/>
                    </a:lnTo>
                    <a:lnTo>
                      <a:pt x="0" y="25501"/>
                    </a:lnTo>
                    <a:lnTo>
                      <a:pt x="18114" y="25501"/>
                    </a:lnTo>
                    <a:lnTo>
                      <a:pt x="18114" y="14294"/>
                    </a:lnTo>
                    <a:lnTo>
                      <a:pt x="28422" y="14294"/>
                    </a:lnTo>
                    <a:lnTo>
                      <a:pt x="28422" y="25501"/>
                    </a:lnTo>
                    <a:lnTo>
                      <a:pt x="46596" y="25501"/>
                    </a:lnTo>
                    <a:lnTo>
                      <a:pt x="46596" y="22774"/>
                    </a:lnTo>
                    <a:lnTo>
                      <a:pt x="36588" y="22774"/>
                    </a:lnTo>
                    <a:lnTo>
                      <a:pt x="36588" y="2907"/>
                    </a:lnTo>
                    <a:lnTo>
                      <a:pt x="32228" y="1"/>
                    </a:lnTo>
                    <a:lnTo>
                      <a:pt x="29246" y="1993"/>
                    </a:lnTo>
                    <a:lnTo>
                      <a:pt x="26250" y="1"/>
                    </a:lnTo>
                    <a:lnTo>
                      <a:pt x="23268" y="1993"/>
                    </a:lnTo>
                    <a:lnTo>
                      <a:pt x="20272" y="1"/>
                    </a:lnTo>
                    <a:lnTo>
                      <a:pt x="17290" y="1993"/>
                    </a:lnTo>
                    <a:lnTo>
                      <a:pt x="142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>
                <a:off x="5447539" y="3863843"/>
                <a:ext cx="363853" cy="279323"/>
              </a:xfrm>
              <a:custGeom>
                <a:rect b="b" l="l" r="r" t="t"/>
                <a:pathLst>
                  <a:path extrusionOk="0" h="22774" w="29666">
                    <a:moveTo>
                      <a:pt x="9334" y="6772"/>
                    </a:moveTo>
                    <a:lnTo>
                      <a:pt x="12001" y="7312"/>
                    </a:lnTo>
                    <a:lnTo>
                      <a:pt x="11147" y="11522"/>
                    </a:lnTo>
                    <a:lnTo>
                      <a:pt x="8480" y="10982"/>
                    </a:lnTo>
                    <a:lnTo>
                      <a:pt x="9334" y="6772"/>
                    </a:lnTo>
                    <a:close/>
                    <a:moveTo>
                      <a:pt x="14174" y="7761"/>
                    </a:moveTo>
                    <a:lnTo>
                      <a:pt x="16856" y="8300"/>
                    </a:lnTo>
                    <a:lnTo>
                      <a:pt x="16002" y="12510"/>
                    </a:lnTo>
                    <a:lnTo>
                      <a:pt x="13320" y="11956"/>
                    </a:lnTo>
                    <a:lnTo>
                      <a:pt x="14174" y="7761"/>
                    </a:lnTo>
                    <a:close/>
                    <a:moveTo>
                      <a:pt x="19028" y="8750"/>
                    </a:moveTo>
                    <a:lnTo>
                      <a:pt x="21695" y="9289"/>
                    </a:lnTo>
                    <a:lnTo>
                      <a:pt x="20841" y="13484"/>
                    </a:lnTo>
                    <a:lnTo>
                      <a:pt x="18174" y="12945"/>
                    </a:lnTo>
                    <a:lnTo>
                      <a:pt x="19028" y="8750"/>
                    </a:lnTo>
                    <a:close/>
                    <a:moveTo>
                      <a:pt x="3551" y="0"/>
                    </a:moveTo>
                    <a:lnTo>
                      <a:pt x="0" y="17470"/>
                    </a:lnTo>
                    <a:lnTo>
                      <a:pt x="4854" y="15492"/>
                    </a:lnTo>
                    <a:lnTo>
                      <a:pt x="7387" y="18039"/>
                    </a:lnTo>
                    <a:lnTo>
                      <a:pt x="10713" y="16676"/>
                    </a:lnTo>
                    <a:lnTo>
                      <a:pt x="13245" y="19223"/>
                    </a:lnTo>
                    <a:lnTo>
                      <a:pt x="16571" y="17874"/>
                    </a:lnTo>
                    <a:lnTo>
                      <a:pt x="19103" y="20421"/>
                    </a:lnTo>
                    <a:lnTo>
                      <a:pt x="22429" y="19058"/>
                    </a:lnTo>
                    <a:lnTo>
                      <a:pt x="26115" y="22774"/>
                    </a:lnTo>
                    <a:lnTo>
                      <a:pt x="29666" y="5304"/>
                    </a:lnTo>
                    <a:lnTo>
                      <a:pt x="355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6" name="Google Shape;186;p18"/>
          <p:cNvSpPr txBox="1"/>
          <p:nvPr/>
        </p:nvSpPr>
        <p:spPr>
          <a:xfrm>
            <a:off x="4083476" y="3794757"/>
            <a:ext cx="38517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Clasificar terremotos en superficiales o profundos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3028260" y="2711132"/>
            <a:ext cx="38517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conocemos suficientemente la evolución de los instrumentos 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907675" y="1627507"/>
            <a:ext cx="38517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Aumento en el número de registros </a:t>
            </a:r>
            <a:r>
              <a:rPr lang="en" sz="1600">
                <a:solidFill>
                  <a:schemeClr val="dk1"/>
                </a:solidFill>
              </a:rPr>
              <a:t>≠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aumento equivalente del fenómeno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arthquakes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9F7257"/>
      </a:accent1>
      <a:accent2>
        <a:srgbClr val="E9C497"/>
      </a:accent2>
      <a:accent3>
        <a:srgbClr val="DF7424"/>
      </a:accent3>
      <a:accent4>
        <a:srgbClr val="9F2B00"/>
      </a:accent4>
      <a:accent5>
        <a:srgbClr val="E7AD41"/>
      </a:accent5>
      <a:accent6>
        <a:srgbClr val="47842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